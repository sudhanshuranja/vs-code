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62" r:id="rId5"/>
    <p:sldId id="267" r:id="rId6"/>
    <p:sldId id="266" r:id="rId7"/>
    <p:sldId id="259" r:id="rId8"/>
    <p:sldId id="268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6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50FEF1-088F-4219-B856-A608989E13A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0F1EE0E-C9C7-4C19-B5B5-11053285C2CD}">
      <dgm:prSet/>
      <dgm:spPr/>
      <dgm:t>
        <a:bodyPr/>
        <a:lstStyle/>
        <a:p>
          <a:r>
            <a:rPr lang="en-GB" b="1" i="0" u="sng"/>
            <a:t>Order of Sensors on the Conveyor Belt</a:t>
          </a:r>
          <a:r>
            <a:rPr lang="en-GB" b="0" i="0" u="sng"/>
            <a:t>:</a:t>
          </a:r>
          <a:endParaRPr lang="en-US"/>
        </a:p>
      </dgm:t>
    </dgm:pt>
    <dgm:pt modelId="{B359D6C9-31FD-41C6-8E50-58FE65113315}" type="parTrans" cxnId="{3B0C5D59-A8B6-4003-AF60-FF8891ECB972}">
      <dgm:prSet/>
      <dgm:spPr/>
      <dgm:t>
        <a:bodyPr/>
        <a:lstStyle/>
        <a:p>
          <a:endParaRPr lang="en-US"/>
        </a:p>
      </dgm:t>
    </dgm:pt>
    <dgm:pt modelId="{A6E004EC-16CA-41F7-8AEC-C50810D1717A}" type="sibTrans" cxnId="{3B0C5D59-A8B6-4003-AF60-FF8891ECB972}">
      <dgm:prSet/>
      <dgm:spPr/>
      <dgm:t>
        <a:bodyPr/>
        <a:lstStyle/>
        <a:p>
          <a:endParaRPr lang="en-US"/>
        </a:p>
      </dgm:t>
    </dgm:pt>
    <dgm:pt modelId="{4E86BE5A-11BE-46BC-B638-3393FCA32BBB}">
      <dgm:prSet/>
      <dgm:spPr/>
      <dgm:t>
        <a:bodyPr/>
        <a:lstStyle/>
        <a:p>
          <a:r>
            <a:rPr lang="en-GB" b="1" i="0"/>
            <a:t>Stage 1</a:t>
          </a:r>
          <a:r>
            <a:rPr lang="en-GB" b="0" i="0"/>
            <a:t>: </a:t>
          </a:r>
          <a:r>
            <a:rPr lang="en-GB" b="1" i="0"/>
            <a:t>Organic Detection</a:t>
          </a:r>
          <a:r>
            <a:rPr lang="en-GB" b="0" i="0"/>
            <a:t> (Moisture + Gas Sensors)</a:t>
          </a:r>
          <a:endParaRPr lang="en-US"/>
        </a:p>
      </dgm:t>
    </dgm:pt>
    <dgm:pt modelId="{FDD67C2A-89A1-4DEB-9D01-DEB6D221BDB9}" type="parTrans" cxnId="{CA181FCE-B435-4B32-A25F-BEAE32590B48}">
      <dgm:prSet/>
      <dgm:spPr/>
      <dgm:t>
        <a:bodyPr/>
        <a:lstStyle/>
        <a:p>
          <a:endParaRPr lang="en-US"/>
        </a:p>
      </dgm:t>
    </dgm:pt>
    <dgm:pt modelId="{405E479F-EEC5-4D80-A6E6-AD067DC8C17D}" type="sibTrans" cxnId="{CA181FCE-B435-4B32-A25F-BEAE32590B48}">
      <dgm:prSet/>
      <dgm:spPr/>
      <dgm:t>
        <a:bodyPr/>
        <a:lstStyle/>
        <a:p>
          <a:endParaRPr lang="en-US"/>
        </a:p>
      </dgm:t>
    </dgm:pt>
    <dgm:pt modelId="{8D4DA083-EA54-4985-BF22-CD53AED20BAC}">
      <dgm:prSet/>
      <dgm:spPr/>
      <dgm:t>
        <a:bodyPr/>
        <a:lstStyle/>
        <a:p>
          <a:r>
            <a:rPr lang="en-GB" b="0" i="1"/>
            <a:t>Why first?</a:t>
          </a:r>
          <a:r>
            <a:rPr lang="en-GB" b="0" i="0"/>
            <a:t> Organic waste (e.g., food) can contaminate other waste streams if not separated early.</a:t>
          </a:r>
          <a:endParaRPr lang="en-US"/>
        </a:p>
      </dgm:t>
    </dgm:pt>
    <dgm:pt modelId="{C4CA1CBE-90B3-4D3E-91BC-187A72B6B9F4}" type="parTrans" cxnId="{54DF5327-34D1-4A19-B1E2-D0379053E577}">
      <dgm:prSet/>
      <dgm:spPr/>
      <dgm:t>
        <a:bodyPr/>
        <a:lstStyle/>
        <a:p>
          <a:endParaRPr lang="en-US"/>
        </a:p>
      </dgm:t>
    </dgm:pt>
    <dgm:pt modelId="{92FB18F8-3487-4B60-B60F-09A0EEB5358F}" type="sibTrans" cxnId="{54DF5327-34D1-4A19-B1E2-D0379053E577}">
      <dgm:prSet/>
      <dgm:spPr/>
      <dgm:t>
        <a:bodyPr/>
        <a:lstStyle/>
        <a:p>
          <a:endParaRPr lang="en-US"/>
        </a:p>
      </dgm:t>
    </dgm:pt>
    <dgm:pt modelId="{689B6B21-7C73-48E0-8EA5-2268FA51298F}">
      <dgm:prSet/>
      <dgm:spPr/>
      <dgm:t>
        <a:bodyPr/>
        <a:lstStyle/>
        <a:p>
          <a:r>
            <a:rPr lang="en-GB" b="1" i="0"/>
            <a:t>Stage 2</a:t>
          </a:r>
          <a:r>
            <a:rPr lang="en-GB" b="0" i="0"/>
            <a:t>: </a:t>
          </a:r>
          <a:r>
            <a:rPr lang="en-GB" b="1" i="0"/>
            <a:t>Metal Detection</a:t>
          </a:r>
          <a:r>
            <a:rPr lang="en-GB" b="0" i="0"/>
            <a:t> (Inductive Proximity + Hall Effect Sensors)</a:t>
          </a:r>
          <a:endParaRPr lang="en-US"/>
        </a:p>
      </dgm:t>
    </dgm:pt>
    <dgm:pt modelId="{AE04D32E-0CD0-47A3-8E41-6AAB8A7311F8}" type="parTrans" cxnId="{35DEDCD4-87DE-4832-92FE-07F39966B1FD}">
      <dgm:prSet/>
      <dgm:spPr/>
      <dgm:t>
        <a:bodyPr/>
        <a:lstStyle/>
        <a:p>
          <a:endParaRPr lang="en-US"/>
        </a:p>
      </dgm:t>
    </dgm:pt>
    <dgm:pt modelId="{18BA1EA9-D7BC-45B2-8F33-32372FC3A8B8}" type="sibTrans" cxnId="{35DEDCD4-87DE-4832-92FE-07F39966B1FD}">
      <dgm:prSet/>
      <dgm:spPr/>
      <dgm:t>
        <a:bodyPr/>
        <a:lstStyle/>
        <a:p>
          <a:endParaRPr lang="en-US"/>
        </a:p>
      </dgm:t>
    </dgm:pt>
    <dgm:pt modelId="{398C797A-4F5C-4B11-9B01-C189BCA88A20}">
      <dgm:prSet/>
      <dgm:spPr/>
      <dgm:t>
        <a:bodyPr/>
        <a:lstStyle/>
        <a:p>
          <a:r>
            <a:rPr lang="en-GB" b="0" i="1"/>
            <a:t>Why second?</a:t>
          </a:r>
          <a:r>
            <a:rPr lang="en-GB" b="0" i="0"/>
            <a:t> Metals are non-biodegradable and valuable for recycling.</a:t>
          </a:r>
          <a:endParaRPr lang="en-US"/>
        </a:p>
      </dgm:t>
    </dgm:pt>
    <dgm:pt modelId="{74043477-6A31-4B87-8238-2FE39250D8EF}" type="parTrans" cxnId="{FD21B7EB-F8D6-491F-8F7F-3BF941FC0000}">
      <dgm:prSet/>
      <dgm:spPr/>
      <dgm:t>
        <a:bodyPr/>
        <a:lstStyle/>
        <a:p>
          <a:endParaRPr lang="en-US"/>
        </a:p>
      </dgm:t>
    </dgm:pt>
    <dgm:pt modelId="{DF5CBD72-143F-4A76-9474-C36855E77400}" type="sibTrans" cxnId="{FD21B7EB-F8D6-491F-8F7F-3BF941FC0000}">
      <dgm:prSet/>
      <dgm:spPr/>
      <dgm:t>
        <a:bodyPr/>
        <a:lstStyle/>
        <a:p>
          <a:endParaRPr lang="en-US"/>
        </a:p>
      </dgm:t>
    </dgm:pt>
    <dgm:pt modelId="{921DABF2-E49B-485E-9F5D-D6F7643953F9}">
      <dgm:prSet/>
      <dgm:spPr/>
      <dgm:t>
        <a:bodyPr/>
        <a:lstStyle/>
        <a:p>
          <a:r>
            <a:rPr lang="en-GB" b="1" i="0"/>
            <a:t>Stage 3</a:t>
          </a:r>
          <a:r>
            <a:rPr lang="en-GB" b="0" i="0"/>
            <a:t>: </a:t>
          </a:r>
          <a:r>
            <a:rPr lang="en-GB" b="1" i="0"/>
            <a:t>Non-Metal Detection</a:t>
          </a:r>
          <a:r>
            <a:rPr lang="en-GB" b="0" i="0"/>
            <a:t> (IR Sensor)</a:t>
          </a:r>
          <a:endParaRPr lang="en-US"/>
        </a:p>
      </dgm:t>
    </dgm:pt>
    <dgm:pt modelId="{B2BD53F2-E89A-4A4E-B82B-75E1830DCB7B}" type="parTrans" cxnId="{E2DB576A-A3F4-45D8-BDA5-B9B1807D7F8A}">
      <dgm:prSet/>
      <dgm:spPr/>
      <dgm:t>
        <a:bodyPr/>
        <a:lstStyle/>
        <a:p>
          <a:endParaRPr lang="en-US"/>
        </a:p>
      </dgm:t>
    </dgm:pt>
    <dgm:pt modelId="{8EDF820F-C1DE-482D-BC02-CCF87574EBF3}" type="sibTrans" cxnId="{E2DB576A-A3F4-45D8-BDA5-B9B1807D7F8A}">
      <dgm:prSet/>
      <dgm:spPr/>
      <dgm:t>
        <a:bodyPr/>
        <a:lstStyle/>
        <a:p>
          <a:endParaRPr lang="en-US"/>
        </a:p>
      </dgm:t>
    </dgm:pt>
    <dgm:pt modelId="{0972DA84-6B36-41A0-B184-DED80DC30019}">
      <dgm:prSet/>
      <dgm:spPr/>
      <dgm:t>
        <a:bodyPr/>
        <a:lstStyle/>
        <a:p>
          <a:r>
            <a:rPr lang="en-GB" b="0" i="1"/>
            <a:t>Why last?</a:t>
          </a:r>
          <a:r>
            <a:rPr lang="en-GB" b="0" i="0"/>
            <a:t> Non-metals (plastic, glass, paper) are classified only after organic/metal removal.</a:t>
          </a:r>
          <a:endParaRPr lang="en-US"/>
        </a:p>
      </dgm:t>
    </dgm:pt>
    <dgm:pt modelId="{130B4CA2-C697-419F-8F00-9C46FDFEE6FB}" type="parTrans" cxnId="{E91BADD9-1FEB-4108-A3C7-A45028F6208A}">
      <dgm:prSet/>
      <dgm:spPr/>
      <dgm:t>
        <a:bodyPr/>
        <a:lstStyle/>
        <a:p>
          <a:endParaRPr lang="en-US"/>
        </a:p>
      </dgm:t>
    </dgm:pt>
    <dgm:pt modelId="{A8A9D2EA-AC9C-4D9B-BE0E-46F485BE1A1C}" type="sibTrans" cxnId="{E91BADD9-1FEB-4108-A3C7-A45028F6208A}">
      <dgm:prSet/>
      <dgm:spPr/>
      <dgm:t>
        <a:bodyPr/>
        <a:lstStyle/>
        <a:p>
          <a:endParaRPr lang="en-US"/>
        </a:p>
      </dgm:t>
    </dgm:pt>
    <dgm:pt modelId="{A607B9FD-84B9-4168-BC3D-3C534BE9EA94}">
      <dgm:prSet/>
      <dgm:spPr/>
      <dgm:t>
        <a:bodyPr/>
        <a:lstStyle/>
        <a:p>
          <a:r>
            <a:rPr lang="en-GB" b="1" i="0" u="sng"/>
            <a:t>Avoiding Sensor Interference</a:t>
          </a:r>
          <a:r>
            <a:rPr lang="en-GB" b="0" i="0" u="sng"/>
            <a:t>:</a:t>
          </a:r>
          <a:endParaRPr lang="en-US"/>
        </a:p>
      </dgm:t>
    </dgm:pt>
    <dgm:pt modelId="{F4D27FF3-A2ED-4C2A-BF46-745297D18BFB}" type="parTrans" cxnId="{B761DD53-D4B2-48FD-9419-65D6650949D3}">
      <dgm:prSet/>
      <dgm:spPr/>
      <dgm:t>
        <a:bodyPr/>
        <a:lstStyle/>
        <a:p>
          <a:endParaRPr lang="en-US"/>
        </a:p>
      </dgm:t>
    </dgm:pt>
    <dgm:pt modelId="{A14073E2-182D-4DA0-A981-E430B1213FE8}" type="sibTrans" cxnId="{B761DD53-D4B2-48FD-9419-65D6650949D3}">
      <dgm:prSet/>
      <dgm:spPr/>
      <dgm:t>
        <a:bodyPr/>
        <a:lstStyle/>
        <a:p>
          <a:endParaRPr lang="en-US"/>
        </a:p>
      </dgm:t>
    </dgm:pt>
    <dgm:pt modelId="{501E3C65-89C4-40E6-9919-1D5AA4875CBD}">
      <dgm:prSet/>
      <dgm:spPr/>
      <dgm:t>
        <a:bodyPr/>
        <a:lstStyle/>
        <a:p>
          <a:r>
            <a:rPr lang="en-GB" b="0" i="0"/>
            <a:t>Moisture sensors are placed </a:t>
          </a:r>
          <a:r>
            <a:rPr lang="en-GB" b="1" i="0"/>
            <a:t>under the conveyor</a:t>
          </a:r>
          <a:r>
            <a:rPr lang="en-GB" b="0" i="0"/>
            <a:t> to directly contact waste. </a:t>
          </a:r>
          <a:endParaRPr lang="en-US"/>
        </a:p>
      </dgm:t>
    </dgm:pt>
    <dgm:pt modelId="{686C9048-DE93-43B6-B857-6C70BF4DC9DC}" type="parTrans" cxnId="{4B1F0D8D-8540-4843-989B-E915456EEE60}">
      <dgm:prSet/>
      <dgm:spPr/>
      <dgm:t>
        <a:bodyPr/>
        <a:lstStyle/>
        <a:p>
          <a:endParaRPr lang="en-US"/>
        </a:p>
      </dgm:t>
    </dgm:pt>
    <dgm:pt modelId="{325BFACF-133B-45C9-9C03-5E4D2EA2494F}" type="sibTrans" cxnId="{4B1F0D8D-8540-4843-989B-E915456EEE60}">
      <dgm:prSet/>
      <dgm:spPr/>
      <dgm:t>
        <a:bodyPr/>
        <a:lstStyle/>
        <a:p>
          <a:endParaRPr lang="en-US"/>
        </a:p>
      </dgm:t>
    </dgm:pt>
    <dgm:pt modelId="{A513EBE2-46FE-4C96-B72A-67A297465B2E}">
      <dgm:prSet/>
      <dgm:spPr/>
      <dgm:t>
        <a:bodyPr/>
        <a:lstStyle/>
        <a:p>
          <a:r>
            <a:rPr lang="en-GB" b="0" i="0"/>
            <a:t>Hall effect sensors are positioned </a:t>
          </a:r>
          <a:r>
            <a:rPr lang="en-GB" b="1" i="0"/>
            <a:t>immediately after inductive sensors</a:t>
          </a:r>
          <a:r>
            <a:rPr lang="en-GB" b="0" i="0"/>
            <a:t> for sequential metal classification.</a:t>
          </a:r>
          <a:endParaRPr lang="en-US"/>
        </a:p>
      </dgm:t>
    </dgm:pt>
    <dgm:pt modelId="{EC814E7A-234E-47E7-87FA-70FB29A7D2C2}" type="parTrans" cxnId="{5B356239-441C-4123-8814-53FB1EB97334}">
      <dgm:prSet/>
      <dgm:spPr/>
      <dgm:t>
        <a:bodyPr/>
        <a:lstStyle/>
        <a:p>
          <a:endParaRPr lang="en-US"/>
        </a:p>
      </dgm:t>
    </dgm:pt>
    <dgm:pt modelId="{5B7F53D9-72F2-4BCF-919C-28940AB082F5}" type="sibTrans" cxnId="{5B356239-441C-4123-8814-53FB1EB97334}">
      <dgm:prSet/>
      <dgm:spPr/>
      <dgm:t>
        <a:bodyPr/>
        <a:lstStyle/>
        <a:p>
          <a:endParaRPr lang="en-US"/>
        </a:p>
      </dgm:t>
    </dgm:pt>
    <dgm:pt modelId="{44C7A38A-67E1-448F-BEC1-CC38AE20359E}">
      <dgm:prSet/>
      <dgm:spPr/>
      <dgm:t>
        <a:bodyPr/>
        <a:lstStyle/>
        <a:p>
          <a:r>
            <a:rPr lang="en-GB" b="1" i="0"/>
            <a:t>Moisture Sensor → 2. MQ-135 → 3. Inductive Proximity → 4. Hall Effect → 5. IR Sensor.</a:t>
          </a:r>
          <a:endParaRPr lang="en-US"/>
        </a:p>
      </dgm:t>
    </dgm:pt>
    <dgm:pt modelId="{AC83852E-BFF6-4F26-939A-D9C9C75F5B08}" type="parTrans" cxnId="{D8F2F40E-32DB-4BD4-8B49-3C9463B7E7BE}">
      <dgm:prSet/>
      <dgm:spPr/>
      <dgm:t>
        <a:bodyPr/>
        <a:lstStyle/>
        <a:p>
          <a:endParaRPr lang="en-US"/>
        </a:p>
      </dgm:t>
    </dgm:pt>
    <dgm:pt modelId="{DFC9AFD5-C7CF-4601-AA13-2E479F566347}" type="sibTrans" cxnId="{D8F2F40E-32DB-4BD4-8B49-3C9463B7E7BE}">
      <dgm:prSet/>
      <dgm:spPr/>
      <dgm:t>
        <a:bodyPr/>
        <a:lstStyle/>
        <a:p>
          <a:endParaRPr lang="en-US"/>
        </a:p>
      </dgm:t>
    </dgm:pt>
    <dgm:pt modelId="{F30054AF-54CB-4242-BE3E-F72C79B31337}" type="pres">
      <dgm:prSet presAssocID="{0C50FEF1-088F-4219-B856-A608989E13A8}" presName="linear" presStyleCnt="0">
        <dgm:presLayoutVars>
          <dgm:dir/>
          <dgm:animLvl val="lvl"/>
          <dgm:resizeHandles val="exact"/>
        </dgm:presLayoutVars>
      </dgm:prSet>
      <dgm:spPr/>
    </dgm:pt>
    <dgm:pt modelId="{B1F8C2C5-2851-43D0-A8BB-6252F8D59A46}" type="pres">
      <dgm:prSet presAssocID="{10F1EE0E-C9C7-4C19-B5B5-11053285C2CD}" presName="parentLin" presStyleCnt="0"/>
      <dgm:spPr/>
    </dgm:pt>
    <dgm:pt modelId="{52185ED3-8E47-4236-A206-71EB29669B4D}" type="pres">
      <dgm:prSet presAssocID="{10F1EE0E-C9C7-4C19-B5B5-11053285C2CD}" presName="parentLeftMargin" presStyleLbl="node1" presStyleIdx="0" presStyleCnt="3"/>
      <dgm:spPr/>
    </dgm:pt>
    <dgm:pt modelId="{F29AF707-3EFF-4558-BA92-543B17795E69}" type="pres">
      <dgm:prSet presAssocID="{10F1EE0E-C9C7-4C19-B5B5-11053285C2C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FCECFB-EE49-423C-AB72-9F8D0D1DC71E}" type="pres">
      <dgm:prSet presAssocID="{10F1EE0E-C9C7-4C19-B5B5-11053285C2CD}" presName="negativeSpace" presStyleCnt="0"/>
      <dgm:spPr/>
    </dgm:pt>
    <dgm:pt modelId="{0011C46A-070E-4339-B225-852F2B6F4A4C}" type="pres">
      <dgm:prSet presAssocID="{10F1EE0E-C9C7-4C19-B5B5-11053285C2CD}" presName="childText" presStyleLbl="conFgAcc1" presStyleIdx="0" presStyleCnt="3">
        <dgm:presLayoutVars>
          <dgm:bulletEnabled val="1"/>
        </dgm:presLayoutVars>
      </dgm:prSet>
      <dgm:spPr/>
    </dgm:pt>
    <dgm:pt modelId="{096767E5-783F-4329-8C69-979F01741806}" type="pres">
      <dgm:prSet presAssocID="{A6E004EC-16CA-41F7-8AEC-C50810D1717A}" presName="spaceBetweenRectangles" presStyleCnt="0"/>
      <dgm:spPr/>
    </dgm:pt>
    <dgm:pt modelId="{2FE1A4E7-171B-4672-9B74-33E4AEFEDF43}" type="pres">
      <dgm:prSet presAssocID="{A607B9FD-84B9-4168-BC3D-3C534BE9EA94}" presName="parentLin" presStyleCnt="0"/>
      <dgm:spPr/>
    </dgm:pt>
    <dgm:pt modelId="{BD2C8F65-D9C1-4080-9FE0-E2595359FCAE}" type="pres">
      <dgm:prSet presAssocID="{A607B9FD-84B9-4168-BC3D-3C534BE9EA94}" presName="parentLeftMargin" presStyleLbl="node1" presStyleIdx="0" presStyleCnt="3"/>
      <dgm:spPr/>
    </dgm:pt>
    <dgm:pt modelId="{3DEBEDCB-2058-40B0-B1D8-93BFE2E2F404}" type="pres">
      <dgm:prSet presAssocID="{A607B9FD-84B9-4168-BC3D-3C534BE9EA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330039D-10A3-49A7-B47A-A4D6C807DAA2}" type="pres">
      <dgm:prSet presAssocID="{A607B9FD-84B9-4168-BC3D-3C534BE9EA94}" presName="negativeSpace" presStyleCnt="0"/>
      <dgm:spPr/>
    </dgm:pt>
    <dgm:pt modelId="{55CF253E-CDA1-4C13-A377-8FE7BAE17988}" type="pres">
      <dgm:prSet presAssocID="{A607B9FD-84B9-4168-BC3D-3C534BE9EA94}" presName="childText" presStyleLbl="conFgAcc1" presStyleIdx="1" presStyleCnt="3">
        <dgm:presLayoutVars>
          <dgm:bulletEnabled val="1"/>
        </dgm:presLayoutVars>
      </dgm:prSet>
      <dgm:spPr/>
    </dgm:pt>
    <dgm:pt modelId="{6D34F132-013A-4C26-A96F-9A82F886E450}" type="pres">
      <dgm:prSet presAssocID="{A14073E2-182D-4DA0-A981-E430B1213FE8}" presName="spaceBetweenRectangles" presStyleCnt="0"/>
      <dgm:spPr/>
    </dgm:pt>
    <dgm:pt modelId="{DB78F59A-67C4-45D9-B49A-946F3A210867}" type="pres">
      <dgm:prSet presAssocID="{44C7A38A-67E1-448F-BEC1-CC38AE20359E}" presName="parentLin" presStyleCnt="0"/>
      <dgm:spPr/>
    </dgm:pt>
    <dgm:pt modelId="{2C881FD9-91CB-40B2-8F51-BB8AC6062ECF}" type="pres">
      <dgm:prSet presAssocID="{44C7A38A-67E1-448F-BEC1-CC38AE20359E}" presName="parentLeftMargin" presStyleLbl="node1" presStyleIdx="1" presStyleCnt="3"/>
      <dgm:spPr/>
    </dgm:pt>
    <dgm:pt modelId="{B378634A-9DC2-44B0-A725-CEDA04A19DE1}" type="pres">
      <dgm:prSet presAssocID="{44C7A38A-67E1-448F-BEC1-CC38AE20359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50338D2-D8C6-4416-9ADA-6CDAED0959B9}" type="pres">
      <dgm:prSet presAssocID="{44C7A38A-67E1-448F-BEC1-CC38AE20359E}" presName="negativeSpace" presStyleCnt="0"/>
      <dgm:spPr/>
    </dgm:pt>
    <dgm:pt modelId="{86D8D57A-8CCF-4ADD-933F-A6FE20469498}" type="pres">
      <dgm:prSet presAssocID="{44C7A38A-67E1-448F-BEC1-CC38AE20359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8F2F40E-32DB-4BD4-8B49-3C9463B7E7BE}" srcId="{0C50FEF1-088F-4219-B856-A608989E13A8}" destId="{44C7A38A-67E1-448F-BEC1-CC38AE20359E}" srcOrd="2" destOrd="0" parTransId="{AC83852E-BFF6-4F26-939A-D9C9C75F5B08}" sibTransId="{DFC9AFD5-C7CF-4601-AA13-2E479F566347}"/>
    <dgm:cxn modelId="{EE9A9C19-6C0A-425C-8088-46182AC08B2D}" type="presOf" srcId="{398C797A-4F5C-4B11-9B01-C189BCA88A20}" destId="{0011C46A-070E-4339-B225-852F2B6F4A4C}" srcOrd="0" destOrd="3" presId="urn:microsoft.com/office/officeart/2005/8/layout/list1"/>
    <dgm:cxn modelId="{54DF5327-34D1-4A19-B1E2-D0379053E577}" srcId="{4E86BE5A-11BE-46BC-B638-3393FCA32BBB}" destId="{8D4DA083-EA54-4985-BF22-CD53AED20BAC}" srcOrd="0" destOrd="0" parTransId="{C4CA1CBE-90B3-4D3E-91BC-187A72B6B9F4}" sibTransId="{92FB18F8-3487-4B60-B60F-09A0EEB5358F}"/>
    <dgm:cxn modelId="{D7B71E32-255C-4354-923E-F7D30EBD50DA}" type="presOf" srcId="{A513EBE2-46FE-4C96-B72A-67A297465B2E}" destId="{55CF253E-CDA1-4C13-A377-8FE7BAE17988}" srcOrd="0" destOrd="1" presId="urn:microsoft.com/office/officeart/2005/8/layout/list1"/>
    <dgm:cxn modelId="{D9B48036-A102-4837-B6A9-FCC8E4EE3D45}" type="presOf" srcId="{A607B9FD-84B9-4168-BC3D-3C534BE9EA94}" destId="{BD2C8F65-D9C1-4080-9FE0-E2595359FCAE}" srcOrd="0" destOrd="0" presId="urn:microsoft.com/office/officeart/2005/8/layout/list1"/>
    <dgm:cxn modelId="{5B356239-441C-4123-8814-53FB1EB97334}" srcId="{A607B9FD-84B9-4168-BC3D-3C534BE9EA94}" destId="{A513EBE2-46FE-4C96-B72A-67A297465B2E}" srcOrd="1" destOrd="0" parTransId="{EC814E7A-234E-47E7-87FA-70FB29A7D2C2}" sibTransId="{5B7F53D9-72F2-4BCF-919C-28940AB082F5}"/>
    <dgm:cxn modelId="{4112B640-5418-406F-8802-12F04D78082E}" type="presOf" srcId="{44C7A38A-67E1-448F-BEC1-CC38AE20359E}" destId="{B378634A-9DC2-44B0-A725-CEDA04A19DE1}" srcOrd="1" destOrd="0" presId="urn:microsoft.com/office/officeart/2005/8/layout/list1"/>
    <dgm:cxn modelId="{C1972944-B1D1-45EF-8F15-874CCF91A583}" type="presOf" srcId="{8D4DA083-EA54-4985-BF22-CD53AED20BAC}" destId="{0011C46A-070E-4339-B225-852F2B6F4A4C}" srcOrd="0" destOrd="1" presId="urn:microsoft.com/office/officeart/2005/8/layout/list1"/>
    <dgm:cxn modelId="{9D3BA165-3B95-4AB6-9C82-8608BFE16983}" type="presOf" srcId="{4E86BE5A-11BE-46BC-B638-3393FCA32BBB}" destId="{0011C46A-070E-4339-B225-852F2B6F4A4C}" srcOrd="0" destOrd="0" presId="urn:microsoft.com/office/officeart/2005/8/layout/list1"/>
    <dgm:cxn modelId="{E2DB576A-A3F4-45D8-BDA5-B9B1807D7F8A}" srcId="{10F1EE0E-C9C7-4C19-B5B5-11053285C2CD}" destId="{921DABF2-E49B-485E-9F5D-D6F7643953F9}" srcOrd="2" destOrd="0" parTransId="{B2BD53F2-E89A-4A4E-B82B-75E1830DCB7B}" sibTransId="{8EDF820F-C1DE-482D-BC02-CCF87574EBF3}"/>
    <dgm:cxn modelId="{B761DD53-D4B2-48FD-9419-65D6650949D3}" srcId="{0C50FEF1-088F-4219-B856-A608989E13A8}" destId="{A607B9FD-84B9-4168-BC3D-3C534BE9EA94}" srcOrd="1" destOrd="0" parTransId="{F4D27FF3-A2ED-4C2A-BF46-745297D18BFB}" sibTransId="{A14073E2-182D-4DA0-A981-E430B1213FE8}"/>
    <dgm:cxn modelId="{08D1F173-C69C-4635-9136-870756CB4532}" type="presOf" srcId="{0C50FEF1-088F-4219-B856-A608989E13A8}" destId="{F30054AF-54CB-4242-BE3E-F72C79B31337}" srcOrd="0" destOrd="0" presId="urn:microsoft.com/office/officeart/2005/8/layout/list1"/>
    <dgm:cxn modelId="{D77B3E74-919C-4C5F-94A0-CC53EE44B623}" type="presOf" srcId="{501E3C65-89C4-40E6-9919-1D5AA4875CBD}" destId="{55CF253E-CDA1-4C13-A377-8FE7BAE17988}" srcOrd="0" destOrd="0" presId="urn:microsoft.com/office/officeart/2005/8/layout/list1"/>
    <dgm:cxn modelId="{BC13FF56-9E0A-4893-BB41-31245FEAD762}" type="presOf" srcId="{44C7A38A-67E1-448F-BEC1-CC38AE20359E}" destId="{2C881FD9-91CB-40B2-8F51-BB8AC6062ECF}" srcOrd="0" destOrd="0" presId="urn:microsoft.com/office/officeart/2005/8/layout/list1"/>
    <dgm:cxn modelId="{3B0C5D59-A8B6-4003-AF60-FF8891ECB972}" srcId="{0C50FEF1-088F-4219-B856-A608989E13A8}" destId="{10F1EE0E-C9C7-4C19-B5B5-11053285C2CD}" srcOrd="0" destOrd="0" parTransId="{B359D6C9-31FD-41C6-8E50-58FE65113315}" sibTransId="{A6E004EC-16CA-41F7-8AEC-C50810D1717A}"/>
    <dgm:cxn modelId="{4B1F0D8D-8540-4843-989B-E915456EEE60}" srcId="{A607B9FD-84B9-4168-BC3D-3C534BE9EA94}" destId="{501E3C65-89C4-40E6-9919-1D5AA4875CBD}" srcOrd="0" destOrd="0" parTransId="{686C9048-DE93-43B6-B857-6C70BF4DC9DC}" sibTransId="{325BFACF-133B-45C9-9C03-5E4D2EA2494F}"/>
    <dgm:cxn modelId="{058768C0-0F60-43E3-814D-EB296E93127B}" type="presOf" srcId="{10F1EE0E-C9C7-4C19-B5B5-11053285C2CD}" destId="{F29AF707-3EFF-4558-BA92-543B17795E69}" srcOrd="1" destOrd="0" presId="urn:microsoft.com/office/officeart/2005/8/layout/list1"/>
    <dgm:cxn modelId="{A51700CD-E759-4D93-BF6A-BCCA48E846CE}" type="presOf" srcId="{921DABF2-E49B-485E-9F5D-D6F7643953F9}" destId="{0011C46A-070E-4339-B225-852F2B6F4A4C}" srcOrd="0" destOrd="4" presId="urn:microsoft.com/office/officeart/2005/8/layout/list1"/>
    <dgm:cxn modelId="{CA181FCE-B435-4B32-A25F-BEAE32590B48}" srcId="{10F1EE0E-C9C7-4C19-B5B5-11053285C2CD}" destId="{4E86BE5A-11BE-46BC-B638-3393FCA32BBB}" srcOrd="0" destOrd="0" parTransId="{FDD67C2A-89A1-4DEB-9D01-DEB6D221BDB9}" sibTransId="{405E479F-EEC5-4D80-A6E6-AD067DC8C17D}"/>
    <dgm:cxn modelId="{502598CE-B55F-4280-859F-821F037D1D14}" type="presOf" srcId="{10F1EE0E-C9C7-4C19-B5B5-11053285C2CD}" destId="{52185ED3-8E47-4236-A206-71EB29669B4D}" srcOrd="0" destOrd="0" presId="urn:microsoft.com/office/officeart/2005/8/layout/list1"/>
    <dgm:cxn modelId="{35DEDCD4-87DE-4832-92FE-07F39966B1FD}" srcId="{10F1EE0E-C9C7-4C19-B5B5-11053285C2CD}" destId="{689B6B21-7C73-48E0-8EA5-2268FA51298F}" srcOrd="1" destOrd="0" parTransId="{AE04D32E-0CD0-47A3-8E41-6AAB8A7311F8}" sibTransId="{18BA1EA9-D7BC-45B2-8F33-32372FC3A8B8}"/>
    <dgm:cxn modelId="{EB840AD5-BF83-4778-96EA-A2AEB5BAD272}" type="presOf" srcId="{A607B9FD-84B9-4168-BC3D-3C534BE9EA94}" destId="{3DEBEDCB-2058-40B0-B1D8-93BFE2E2F404}" srcOrd="1" destOrd="0" presId="urn:microsoft.com/office/officeart/2005/8/layout/list1"/>
    <dgm:cxn modelId="{E91BADD9-1FEB-4108-A3C7-A45028F6208A}" srcId="{921DABF2-E49B-485E-9F5D-D6F7643953F9}" destId="{0972DA84-6B36-41A0-B184-DED80DC30019}" srcOrd="0" destOrd="0" parTransId="{130B4CA2-C697-419F-8F00-9C46FDFEE6FB}" sibTransId="{A8A9D2EA-AC9C-4D9B-BE0E-46F485BE1A1C}"/>
    <dgm:cxn modelId="{FD21B7EB-F8D6-491F-8F7F-3BF941FC0000}" srcId="{689B6B21-7C73-48E0-8EA5-2268FA51298F}" destId="{398C797A-4F5C-4B11-9B01-C189BCA88A20}" srcOrd="0" destOrd="0" parTransId="{74043477-6A31-4B87-8238-2FE39250D8EF}" sibTransId="{DF5CBD72-143F-4A76-9474-C36855E77400}"/>
    <dgm:cxn modelId="{F23D4AF0-D9B3-46BB-A886-349898009B5F}" type="presOf" srcId="{0972DA84-6B36-41A0-B184-DED80DC30019}" destId="{0011C46A-070E-4339-B225-852F2B6F4A4C}" srcOrd="0" destOrd="5" presId="urn:microsoft.com/office/officeart/2005/8/layout/list1"/>
    <dgm:cxn modelId="{4EFE0AFE-E3C2-4D6C-92EB-988C9099C017}" type="presOf" srcId="{689B6B21-7C73-48E0-8EA5-2268FA51298F}" destId="{0011C46A-070E-4339-B225-852F2B6F4A4C}" srcOrd="0" destOrd="2" presId="urn:microsoft.com/office/officeart/2005/8/layout/list1"/>
    <dgm:cxn modelId="{3B6FC01E-8B91-4CE0-9FDA-466EAEE38193}" type="presParOf" srcId="{F30054AF-54CB-4242-BE3E-F72C79B31337}" destId="{B1F8C2C5-2851-43D0-A8BB-6252F8D59A46}" srcOrd="0" destOrd="0" presId="urn:microsoft.com/office/officeart/2005/8/layout/list1"/>
    <dgm:cxn modelId="{ABBB7235-D2B4-4F33-8A2A-D97BF5BF1738}" type="presParOf" srcId="{B1F8C2C5-2851-43D0-A8BB-6252F8D59A46}" destId="{52185ED3-8E47-4236-A206-71EB29669B4D}" srcOrd="0" destOrd="0" presId="urn:microsoft.com/office/officeart/2005/8/layout/list1"/>
    <dgm:cxn modelId="{1EDA42F9-1D13-44DD-8C93-C1F4D6C260AD}" type="presParOf" srcId="{B1F8C2C5-2851-43D0-A8BB-6252F8D59A46}" destId="{F29AF707-3EFF-4558-BA92-543B17795E69}" srcOrd="1" destOrd="0" presId="urn:microsoft.com/office/officeart/2005/8/layout/list1"/>
    <dgm:cxn modelId="{07E5EA8E-951C-4748-94EB-91C0102D3C91}" type="presParOf" srcId="{F30054AF-54CB-4242-BE3E-F72C79B31337}" destId="{FDFCECFB-EE49-423C-AB72-9F8D0D1DC71E}" srcOrd="1" destOrd="0" presId="urn:microsoft.com/office/officeart/2005/8/layout/list1"/>
    <dgm:cxn modelId="{FF52CDCC-4028-4605-B1AA-983A98D8EFAD}" type="presParOf" srcId="{F30054AF-54CB-4242-BE3E-F72C79B31337}" destId="{0011C46A-070E-4339-B225-852F2B6F4A4C}" srcOrd="2" destOrd="0" presId="urn:microsoft.com/office/officeart/2005/8/layout/list1"/>
    <dgm:cxn modelId="{7E8AA5E0-802C-4924-B04B-B336F1D81DA7}" type="presParOf" srcId="{F30054AF-54CB-4242-BE3E-F72C79B31337}" destId="{096767E5-783F-4329-8C69-979F01741806}" srcOrd="3" destOrd="0" presId="urn:microsoft.com/office/officeart/2005/8/layout/list1"/>
    <dgm:cxn modelId="{17898BFC-4888-4DC4-AF72-8607FFC6C5DE}" type="presParOf" srcId="{F30054AF-54CB-4242-BE3E-F72C79B31337}" destId="{2FE1A4E7-171B-4672-9B74-33E4AEFEDF43}" srcOrd="4" destOrd="0" presId="urn:microsoft.com/office/officeart/2005/8/layout/list1"/>
    <dgm:cxn modelId="{121B6938-18BC-441B-92CA-B72207A0BE5E}" type="presParOf" srcId="{2FE1A4E7-171B-4672-9B74-33E4AEFEDF43}" destId="{BD2C8F65-D9C1-4080-9FE0-E2595359FCAE}" srcOrd="0" destOrd="0" presId="urn:microsoft.com/office/officeart/2005/8/layout/list1"/>
    <dgm:cxn modelId="{12934B04-4FEB-4D57-8F45-04A3FEF7E87B}" type="presParOf" srcId="{2FE1A4E7-171B-4672-9B74-33E4AEFEDF43}" destId="{3DEBEDCB-2058-40B0-B1D8-93BFE2E2F404}" srcOrd="1" destOrd="0" presId="urn:microsoft.com/office/officeart/2005/8/layout/list1"/>
    <dgm:cxn modelId="{ED3DA2D4-86BF-45F1-B910-4B9F65454B5E}" type="presParOf" srcId="{F30054AF-54CB-4242-BE3E-F72C79B31337}" destId="{C330039D-10A3-49A7-B47A-A4D6C807DAA2}" srcOrd="5" destOrd="0" presId="urn:microsoft.com/office/officeart/2005/8/layout/list1"/>
    <dgm:cxn modelId="{37C1F57A-E313-4B04-BEE2-8E388722CC4F}" type="presParOf" srcId="{F30054AF-54CB-4242-BE3E-F72C79B31337}" destId="{55CF253E-CDA1-4C13-A377-8FE7BAE17988}" srcOrd="6" destOrd="0" presId="urn:microsoft.com/office/officeart/2005/8/layout/list1"/>
    <dgm:cxn modelId="{A3B46F9D-9284-43BB-92F2-DC2131894833}" type="presParOf" srcId="{F30054AF-54CB-4242-BE3E-F72C79B31337}" destId="{6D34F132-013A-4C26-A96F-9A82F886E450}" srcOrd="7" destOrd="0" presId="urn:microsoft.com/office/officeart/2005/8/layout/list1"/>
    <dgm:cxn modelId="{DE42FA98-635D-46B2-BB0E-0BFEEBF97016}" type="presParOf" srcId="{F30054AF-54CB-4242-BE3E-F72C79B31337}" destId="{DB78F59A-67C4-45D9-B49A-946F3A210867}" srcOrd="8" destOrd="0" presId="urn:microsoft.com/office/officeart/2005/8/layout/list1"/>
    <dgm:cxn modelId="{43F3D587-CF05-41F6-BE4A-B2E362E4271B}" type="presParOf" srcId="{DB78F59A-67C4-45D9-B49A-946F3A210867}" destId="{2C881FD9-91CB-40B2-8F51-BB8AC6062ECF}" srcOrd="0" destOrd="0" presId="urn:microsoft.com/office/officeart/2005/8/layout/list1"/>
    <dgm:cxn modelId="{B1808886-B914-429D-BA1D-99933DD75F4F}" type="presParOf" srcId="{DB78F59A-67C4-45D9-B49A-946F3A210867}" destId="{B378634A-9DC2-44B0-A725-CEDA04A19DE1}" srcOrd="1" destOrd="0" presId="urn:microsoft.com/office/officeart/2005/8/layout/list1"/>
    <dgm:cxn modelId="{B5409BDB-E220-44A9-8288-096F90982408}" type="presParOf" srcId="{F30054AF-54CB-4242-BE3E-F72C79B31337}" destId="{550338D2-D8C6-4416-9ADA-6CDAED0959B9}" srcOrd="9" destOrd="0" presId="urn:microsoft.com/office/officeart/2005/8/layout/list1"/>
    <dgm:cxn modelId="{D81DDE48-4039-4982-BFFC-84B9D1439044}" type="presParOf" srcId="{F30054AF-54CB-4242-BE3E-F72C79B31337}" destId="{86D8D57A-8CCF-4ADD-933F-A6FE2046949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AD47BA-9CAA-4684-A261-F4814C155F4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B04AE9F-8FCA-4253-A66E-4A53C7CAD9A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Mobile app for real-time monitoring</a:t>
          </a:r>
          <a:endParaRPr lang="en-US"/>
        </a:p>
      </dgm:t>
    </dgm:pt>
    <dgm:pt modelId="{F96E9D76-0CB7-40FB-8023-959BB72B78FF}" type="parTrans" cxnId="{B9EE4BD5-1B0C-486E-B5DB-22FAAE5177DA}">
      <dgm:prSet/>
      <dgm:spPr/>
      <dgm:t>
        <a:bodyPr/>
        <a:lstStyle/>
        <a:p>
          <a:endParaRPr lang="en-US"/>
        </a:p>
      </dgm:t>
    </dgm:pt>
    <dgm:pt modelId="{49C4D088-67B4-49FF-B03B-72C93DCB4586}" type="sibTrans" cxnId="{B9EE4BD5-1B0C-486E-B5DB-22FAAE5177DA}">
      <dgm:prSet/>
      <dgm:spPr/>
      <dgm:t>
        <a:bodyPr/>
        <a:lstStyle/>
        <a:p>
          <a:endParaRPr lang="en-US"/>
        </a:p>
      </dgm:t>
    </dgm:pt>
    <dgm:pt modelId="{2B5C15E5-9421-43F1-93F3-FA9982FFD36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Solar-powered system for off-grid use</a:t>
          </a:r>
          <a:endParaRPr lang="en-US"/>
        </a:p>
      </dgm:t>
    </dgm:pt>
    <dgm:pt modelId="{0F70ED58-0D75-43FB-8BF0-43BD09B2207D}" type="parTrans" cxnId="{075F1500-123C-49F2-857D-018C84E1E95B}">
      <dgm:prSet/>
      <dgm:spPr/>
      <dgm:t>
        <a:bodyPr/>
        <a:lstStyle/>
        <a:p>
          <a:endParaRPr lang="en-US"/>
        </a:p>
      </dgm:t>
    </dgm:pt>
    <dgm:pt modelId="{3FE9C8B5-25DF-45D8-85D8-2AF42D9F8F3C}" type="sibTrans" cxnId="{075F1500-123C-49F2-857D-018C84E1E95B}">
      <dgm:prSet/>
      <dgm:spPr/>
      <dgm:t>
        <a:bodyPr/>
        <a:lstStyle/>
        <a:p>
          <a:endParaRPr lang="en-US"/>
        </a:p>
      </dgm:t>
    </dgm:pt>
    <dgm:pt modelId="{9377E4CC-1A48-4E60-8AB0-59EB9DF3C9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Advanced AI-based image classification for object detection</a:t>
          </a:r>
          <a:endParaRPr lang="en-US"/>
        </a:p>
      </dgm:t>
    </dgm:pt>
    <dgm:pt modelId="{43794EDB-214C-4380-9F0D-8576438F0FAE}" type="parTrans" cxnId="{D06E90DF-5199-45DF-99FA-F442CB5E51C3}">
      <dgm:prSet/>
      <dgm:spPr/>
      <dgm:t>
        <a:bodyPr/>
        <a:lstStyle/>
        <a:p>
          <a:endParaRPr lang="en-US"/>
        </a:p>
      </dgm:t>
    </dgm:pt>
    <dgm:pt modelId="{5B435616-0CBB-436C-B9B0-3946AF426B22}" type="sibTrans" cxnId="{D06E90DF-5199-45DF-99FA-F442CB5E51C3}">
      <dgm:prSet/>
      <dgm:spPr/>
      <dgm:t>
        <a:bodyPr/>
        <a:lstStyle/>
        <a:p>
          <a:endParaRPr lang="en-US"/>
        </a:p>
      </dgm:t>
    </dgm:pt>
    <dgm:pt modelId="{8C36DAFE-4C66-4B64-B160-22ACB34DE7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Integration with municipal waste management systems</a:t>
          </a:r>
          <a:endParaRPr lang="en-US"/>
        </a:p>
      </dgm:t>
    </dgm:pt>
    <dgm:pt modelId="{4797D181-1EF7-40BF-9D2B-028B57F592BE}" type="parTrans" cxnId="{0F8AC46A-DA43-4BAF-8205-231455C92C1B}">
      <dgm:prSet/>
      <dgm:spPr/>
      <dgm:t>
        <a:bodyPr/>
        <a:lstStyle/>
        <a:p>
          <a:endParaRPr lang="en-US"/>
        </a:p>
      </dgm:t>
    </dgm:pt>
    <dgm:pt modelId="{60CB0592-0DDD-4D78-B949-D182BE84377F}" type="sibTrans" cxnId="{0F8AC46A-DA43-4BAF-8205-231455C92C1B}">
      <dgm:prSet/>
      <dgm:spPr/>
      <dgm:t>
        <a:bodyPr/>
        <a:lstStyle/>
        <a:p>
          <a:endParaRPr lang="en-US"/>
        </a:p>
      </dgm:t>
    </dgm:pt>
    <dgm:pt modelId="{A72D9E23-7B6C-497B-B593-65B03C8263BB}" type="pres">
      <dgm:prSet presAssocID="{77AD47BA-9CAA-4684-A261-F4814C155F46}" presName="root" presStyleCnt="0">
        <dgm:presLayoutVars>
          <dgm:dir/>
          <dgm:resizeHandles val="exact"/>
        </dgm:presLayoutVars>
      </dgm:prSet>
      <dgm:spPr/>
    </dgm:pt>
    <dgm:pt modelId="{B9F4E901-06D0-4194-842C-D5AD768FC7F1}" type="pres">
      <dgm:prSet presAssocID="{9B04AE9F-8FCA-4253-A66E-4A53C7CAD9A0}" presName="compNode" presStyleCnt="0"/>
      <dgm:spPr/>
    </dgm:pt>
    <dgm:pt modelId="{8B9C8DCB-FC0F-4A76-BEBB-F2A96164F325}" type="pres">
      <dgm:prSet presAssocID="{9B04AE9F-8FCA-4253-A66E-4A53C7CAD9A0}" presName="iconBgRect" presStyleLbl="bgShp" presStyleIdx="0" presStyleCnt="4"/>
      <dgm:spPr/>
    </dgm:pt>
    <dgm:pt modelId="{BC0F10FD-E9C0-4519-A69F-A56C26BE62BB}" type="pres">
      <dgm:prSet presAssocID="{9B04AE9F-8FCA-4253-A66E-4A53C7CAD9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9F4D9D5-DC9B-4456-AA4B-EB17431D2586}" type="pres">
      <dgm:prSet presAssocID="{9B04AE9F-8FCA-4253-A66E-4A53C7CAD9A0}" presName="spaceRect" presStyleCnt="0"/>
      <dgm:spPr/>
    </dgm:pt>
    <dgm:pt modelId="{48DA9C39-5923-4F18-B462-D6988A76CD2F}" type="pres">
      <dgm:prSet presAssocID="{9B04AE9F-8FCA-4253-A66E-4A53C7CAD9A0}" presName="textRect" presStyleLbl="revTx" presStyleIdx="0" presStyleCnt="4">
        <dgm:presLayoutVars>
          <dgm:chMax val="1"/>
          <dgm:chPref val="1"/>
        </dgm:presLayoutVars>
      </dgm:prSet>
      <dgm:spPr/>
    </dgm:pt>
    <dgm:pt modelId="{A7FC6AB4-2966-447B-8D6E-C100478FC4AB}" type="pres">
      <dgm:prSet presAssocID="{49C4D088-67B4-49FF-B03B-72C93DCB4586}" presName="sibTrans" presStyleCnt="0"/>
      <dgm:spPr/>
    </dgm:pt>
    <dgm:pt modelId="{7C21B191-7D74-4A0E-B8D7-32C242AE5C2C}" type="pres">
      <dgm:prSet presAssocID="{2B5C15E5-9421-43F1-93F3-FA9982FFD363}" presName="compNode" presStyleCnt="0"/>
      <dgm:spPr/>
    </dgm:pt>
    <dgm:pt modelId="{32E7A852-F14F-434C-AC2B-44D9B7B69249}" type="pres">
      <dgm:prSet presAssocID="{2B5C15E5-9421-43F1-93F3-FA9982FFD363}" presName="iconBgRect" presStyleLbl="bgShp" presStyleIdx="1" presStyleCnt="4"/>
      <dgm:spPr/>
    </dgm:pt>
    <dgm:pt modelId="{824E84D0-311D-4CF2-AC3F-12478F00A4BE}" type="pres">
      <dgm:prSet presAssocID="{2B5C15E5-9421-43F1-93F3-FA9982FFD3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CBEF0C0B-DDCC-4786-A0C9-4559DA32BC04}" type="pres">
      <dgm:prSet presAssocID="{2B5C15E5-9421-43F1-93F3-FA9982FFD363}" presName="spaceRect" presStyleCnt="0"/>
      <dgm:spPr/>
    </dgm:pt>
    <dgm:pt modelId="{C55B04F5-C7A6-4CBE-B4DA-5BA8C4A0971C}" type="pres">
      <dgm:prSet presAssocID="{2B5C15E5-9421-43F1-93F3-FA9982FFD363}" presName="textRect" presStyleLbl="revTx" presStyleIdx="1" presStyleCnt="4">
        <dgm:presLayoutVars>
          <dgm:chMax val="1"/>
          <dgm:chPref val="1"/>
        </dgm:presLayoutVars>
      </dgm:prSet>
      <dgm:spPr/>
    </dgm:pt>
    <dgm:pt modelId="{52544CE0-4AC6-49F0-999E-485BD093AFF7}" type="pres">
      <dgm:prSet presAssocID="{3FE9C8B5-25DF-45D8-85D8-2AF42D9F8F3C}" presName="sibTrans" presStyleCnt="0"/>
      <dgm:spPr/>
    </dgm:pt>
    <dgm:pt modelId="{4326EC00-E0FD-4914-9E4F-183E57A131FE}" type="pres">
      <dgm:prSet presAssocID="{9377E4CC-1A48-4E60-8AB0-59EB9DF3C94E}" presName="compNode" presStyleCnt="0"/>
      <dgm:spPr/>
    </dgm:pt>
    <dgm:pt modelId="{59AD7B8D-9246-4A1C-8012-9FC4645B3CAD}" type="pres">
      <dgm:prSet presAssocID="{9377E4CC-1A48-4E60-8AB0-59EB9DF3C94E}" presName="iconBgRect" presStyleLbl="bgShp" presStyleIdx="2" presStyleCnt="4"/>
      <dgm:spPr/>
    </dgm:pt>
    <dgm:pt modelId="{955261FA-F658-4685-BB47-3CC774A087CA}" type="pres">
      <dgm:prSet presAssocID="{9377E4CC-1A48-4E60-8AB0-59EB9DF3C9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4F6441-1C76-41B6-8874-43AB6E483454}" type="pres">
      <dgm:prSet presAssocID="{9377E4CC-1A48-4E60-8AB0-59EB9DF3C94E}" presName="spaceRect" presStyleCnt="0"/>
      <dgm:spPr/>
    </dgm:pt>
    <dgm:pt modelId="{C2E8E721-945E-4F5A-8043-621F7C35555E}" type="pres">
      <dgm:prSet presAssocID="{9377E4CC-1A48-4E60-8AB0-59EB9DF3C94E}" presName="textRect" presStyleLbl="revTx" presStyleIdx="2" presStyleCnt="4">
        <dgm:presLayoutVars>
          <dgm:chMax val="1"/>
          <dgm:chPref val="1"/>
        </dgm:presLayoutVars>
      </dgm:prSet>
      <dgm:spPr/>
    </dgm:pt>
    <dgm:pt modelId="{35EFF3FF-C2DA-4382-B14D-B514DD2E7F95}" type="pres">
      <dgm:prSet presAssocID="{5B435616-0CBB-436C-B9B0-3946AF426B22}" presName="sibTrans" presStyleCnt="0"/>
      <dgm:spPr/>
    </dgm:pt>
    <dgm:pt modelId="{AECE7868-4D19-481D-A96A-E6722076B441}" type="pres">
      <dgm:prSet presAssocID="{8C36DAFE-4C66-4B64-B160-22ACB34DE780}" presName="compNode" presStyleCnt="0"/>
      <dgm:spPr/>
    </dgm:pt>
    <dgm:pt modelId="{67C6B8DA-C016-4526-9290-51736E37FAF1}" type="pres">
      <dgm:prSet presAssocID="{8C36DAFE-4C66-4B64-B160-22ACB34DE780}" presName="iconBgRect" presStyleLbl="bgShp" presStyleIdx="3" presStyleCnt="4"/>
      <dgm:spPr/>
    </dgm:pt>
    <dgm:pt modelId="{633FDF55-64A6-4763-9541-2FE21F5C8F94}" type="pres">
      <dgm:prSet presAssocID="{8C36DAFE-4C66-4B64-B160-22ACB34DE78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4F868AF4-17DE-4851-939D-61D648548888}" type="pres">
      <dgm:prSet presAssocID="{8C36DAFE-4C66-4B64-B160-22ACB34DE780}" presName="spaceRect" presStyleCnt="0"/>
      <dgm:spPr/>
    </dgm:pt>
    <dgm:pt modelId="{B49FC330-DB44-4B67-BAF7-10D58069AA7B}" type="pres">
      <dgm:prSet presAssocID="{8C36DAFE-4C66-4B64-B160-22ACB34DE78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75F1500-123C-49F2-857D-018C84E1E95B}" srcId="{77AD47BA-9CAA-4684-A261-F4814C155F46}" destId="{2B5C15E5-9421-43F1-93F3-FA9982FFD363}" srcOrd="1" destOrd="0" parTransId="{0F70ED58-0D75-43FB-8BF0-43BD09B2207D}" sibTransId="{3FE9C8B5-25DF-45D8-85D8-2AF42D9F8F3C}"/>
    <dgm:cxn modelId="{FF794346-778E-412D-929E-4580952C9F34}" type="presOf" srcId="{8C36DAFE-4C66-4B64-B160-22ACB34DE780}" destId="{B49FC330-DB44-4B67-BAF7-10D58069AA7B}" srcOrd="0" destOrd="0" presId="urn:microsoft.com/office/officeart/2018/5/layout/IconCircleLabelList"/>
    <dgm:cxn modelId="{6E533368-B4AD-4946-8DDA-E4B282CBA310}" type="presOf" srcId="{77AD47BA-9CAA-4684-A261-F4814C155F46}" destId="{A72D9E23-7B6C-497B-B593-65B03C8263BB}" srcOrd="0" destOrd="0" presId="urn:microsoft.com/office/officeart/2018/5/layout/IconCircleLabelList"/>
    <dgm:cxn modelId="{0F8AC46A-DA43-4BAF-8205-231455C92C1B}" srcId="{77AD47BA-9CAA-4684-A261-F4814C155F46}" destId="{8C36DAFE-4C66-4B64-B160-22ACB34DE780}" srcOrd="3" destOrd="0" parTransId="{4797D181-1EF7-40BF-9D2B-028B57F592BE}" sibTransId="{60CB0592-0DDD-4D78-B949-D182BE84377F}"/>
    <dgm:cxn modelId="{A7BA166C-49B9-4B2C-98E6-93E59E4707A1}" type="presOf" srcId="{2B5C15E5-9421-43F1-93F3-FA9982FFD363}" destId="{C55B04F5-C7A6-4CBE-B4DA-5BA8C4A0971C}" srcOrd="0" destOrd="0" presId="urn:microsoft.com/office/officeart/2018/5/layout/IconCircleLabelList"/>
    <dgm:cxn modelId="{A37A997E-73CD-4891-94ED-ACFAEFA1B7A0}" type="presOf" srcId="{9377E4CC-1A48-4E60-8AB0-59EB9DF3C94E}" destId="{C2E8E721-945E-4F5A-8043-621F7C35555E}" srcOrd="0" destOrd="0" presId="urn:microsoft.com/office/officeart/2018/5/layout/IconCircleLabelList"/>
    <dgm:cxn modelId="{20278BAD-C8D5-4834-B76E-D90597BBFD5A}" type="presOf" srcId="{9B04AE9F-8FCA-4253-A66E-4A53C7CAD9A0}" destId="{48DA9C39-5923-4F18-B462-D6988A76CD2F}" srcOrd="0" destOrd="0" presId="urn:microsoft.com/office/officeart/2018/5/layout/IconCircleLabelList"/>
    <dgm:cxn modelId="{B9EE4BD5-1B0C-486E-B5DB-22FAAE5177DA}" srcId="{77AD47BA-9CAA-4684-A261-F4814C155F46}" destId="{9B04AE9F-8FCA-4253-A66E-4A53C7CAD9A0}" srcOrd="0" destOrd="0" parTransId="{F96E9D76-0CB7-40FB-8023-959BB72B78FF}" sibTransId="{49C4D088-67B4-49FF-B03B-72C93DCB4586}"/>
    <dgm:cxn modelId="{D06E90DF-5199-45DF-99FA-F442CB5E51C3}" srcId="{77AD47BA-9CAA-4684-A261-F4814C155F46}" destId="{9377E4CC-1A48-4E60-8AB0-59EB9DF3C94E}" srcOrd="2" destOrd="0" parTransId="{43794EDB-214C-4380-9F0D-8576438F0FAE}" sibTransId="{5B435616-0CBB-436C-B9B0-3946AF426B22}"/>
    <dgm:cxn modelId="{CFFA04F3-EC2F-4FB5-ABE2-BDFDC3D23C56}" type="presParOf" srcId="{A72D9E23-7B6C-497B-B593-65B03C8263BB}" destId="{B9F4E901-06D0-4194-842C-D5AD768FC7F1}" srcOrd="0" destOrd="0" presId="urn:microsoft.com/office/officeart/2018/5/layout/IconCircleLabelList"/>
    <dgm:cxn modelId="{A75D84A1-655D-4A84-AA2E-030ACCCA4360}" type="presParOf" srcId="{B9F4E901-06D0-4194-842C-D5AD768FC7F1}" destId="{8B9C8DCB-FC0F-4A76-BEBB-F2A96164F325}" srcOrd="0" destOrd="0" presId="urn:microsoft.com/office/officeart/2018/5/layout/IconCircleLabelList"/>
    <dgm:cxn modelId="{650ED197-9D57-4B95-AFDE-BA8984AECD2E}" type="presParOf" srcId="{B9F4E901-06D0-4194-842C-D5AD768FC7F1}" destId="{BC0F10FD-E9C0-4519-A69F-A56C26BE62BB}" srcOrd="1" destOrd="0" presId="urn:microsoft.com/office/officeart/2018/5/layout/IconCircleLabelList"/>
    <dgm:cxn modelId="{32D0EB17-A314-4DF1-B899-E72B95DACD83}" type="presParOf" srcId="{B9F4E901-06D0-4194-842C-D5AD768FC7F1}" destId="{09F4D9D5-DC9B-4456-AA4B-EB17431D2586}" srcOrd="2" destOrd="0" presId="urn:microsoft.com/office/officeart/2018/5/layout/IconCircleLabelList"/>
    <dgm:cxn modelId="{2132A1CB-7D89-4E67-B454-C851FF1D0615}" type="presParOf" srcId="{B9F4E901-06D0-4194-842C-D5AD768FC7F1}" destId="{48DA9C39-5923-4F18-B462-D6988A76CD2F}" srcOrd="3" destOrd="0" presId="urn:microsoft.com/office/officeart/2018/5/layout/IconCircleLabelList"/>
    <dgm:cxn modelId="{ACF9F6D5-B649-4D9D-BDB6-BD0A3C4EF85D}" type="presParOf" srcId="{A72D9E23-7B6C-497B-B593-65B03C8263BB}" destId="{A7FC6AB4-2966-447B-8D6E-C100478FC4AB}" srcOrd="1" destOrd="0" presId="urn:microsoft.com/office/officeart/2018/5/layout/IconCircleLabelList"/>
    <dgm:cxn modelId="{99F4BDCD-0747-4C73-BAE4-A2A3A2141591}" type="presParOf" srcId="{A72D9E23-7B6C-497B-B593-65B03C8263BB}" destId="{7C21B191-7D74-4A0E-B8D7-32C242AE5C2C}" srcOrd="2" destOrd="0" presId="urn:microsoft.com/office/officeart/2018/5/layout/IconCircleLabelList"/>
    <dgm:cxn modelId="{05279C77-700A-498A-9985-BC18AE99804E}" type="presParOf" srcId="{7C21B191-7D74-4A0E-B8D7-32C242AE5C2C}" destId="{32E7A852-F14F-434C-AC2B-44D9B7B69249}" srcOrd="0" destOrd="0" presId="urn:microsoft.com/office/officeart/2018/5/layout/IconCircleLabelList"/>
    <dgm:cxn modelId="{3383A04F-7495-4DD0-8654-6213A2351D57}" type="presParOf" srcId="{7C21B191-7D74-4A0E-B8D7-32C242AE5C2C}" destId="{824E84D0-311D-4CF2-AC3F-12478F00A4BE}" srcOrd="1" destOrd="0" presId="urn:microsoft.com/office/officeart/2018/5/layout/IconCircleLabelList"/>
    <dgm:cxn modelId="{532C0950-BF23-46A2-A49A-82714BB303B8}" type="presParOf" srcId="{7C21B191-7D74-4A0E-B8D7-32C242AE5C2C}" destId="{CBEF0C0B-DDCC-4786-A0C9-4559DA32BC04}" srcOrd="2" destOrd="0" presId="urn:microsoft.com/office/officeart/2018/5/layout/IconCircleLabelList"/>
    <dgm:cxn modelId="{1683887A-C76B-42FF-B695-6B26B730DDE8}" type="presParOf" srcId="{7C21B191-7D74-4A0E-B8D7-32C242AE5C2C}" destId="{C55B04F5-C7A6-4CBE-B4DA-5BA8C4A0971C}" srcOrd="3" destOrd="0" presId="urn:microsoft.com/office/officeart/2018/5/layout/IconCircleLabelList"/>
    <dgm:cxn modelId="{43B90C75-3A5E-4AE5-8068-61D52EBF18A7}" type="presParOf" srcId="{A72D9E23-7B6C-497B-B593-65B03C8263BB}" destId="{52544CE0-4AC6-49F0-999E-485BD093AFF7}" srcOrd="3" destOrd="0" presId="urn:microsoft.com/office/officeart/2018/5/layout/IconCircleLabelList"/>
    <dgm:cxn modelId="{4B9E82D7-BB76-44C4-B818-433720B079FF}" type="presParOf" srcId="{A72D9E23-7B6C-497B-B593-65B03C8263BB}" destId="{4326EC00-E0FD-4914-9E4F-183E57A131FE}" srcOrd="4" destOrd="0" presId="urn:microsoft.com/office/officeart/2018/5/layout/IconCircleLabelList"/>
    <dgm:cxn modelId="{64A21906-BD2B-47ED-B330-1D92EFF23A1B}" type="presParOf" srcId="{4326EC00-E0FD-4914-9E4F-183E57A131FE}" destId="{59AD7B8D-9246-4A1C-8012-9FC4645B3CAD}" srcOrd="0" destOrd="0" presId="urn:microsoft.com/office/officeart/2018/5/layout/IconCircleLabelList"/>
    <dgm:cxn modelId="{D7643135-B2A4-489D-B1E7-6ED3B6F112F2}" type="presParOf" srcId="{4326EC00-E0FD-4914-9E4F-183E57A131FE}" destId="{955261FA-F658-4685-BB47-3CC774A087CA}" srcOrd="1" destOrd="0" presId="urn:microsoft.com/office/officeart/2018/5/layout/IconCircleLabelList"/>
    <dgm:cxn modelId="{8B51AD2F-4EAF-40A7-AF92-213C067BB9DB}" type="presParOf" srcId="{4326EC00-E0FD-4914-9E4F-183E57A131FE}" destId="{1F4F6441-1C76-41B6-8874-43AB6E483454}" srcOrd="2" destOrd="0" presId="urn:microsoft.com/office/officeart/2018/5/layout/IconCircleLabelList"/>
    <dgm:cxn modelId="{52EC4B01-F603-4017-A0DD-56660E57C5C5}" type="presParOf" srcId="{4326EC00-E0FD-4914-9E4F-183E57A131FE}" destId="{C2E8E721-945E-4F5A-8043-621F7C35555E}" srcOrd="3" destOrd="0" presId="urn:microsoft.com/office/officeart/2018/5/layout/IconCircleLabelList"/>
    <dgm:cxn modelId="{B4E067F8-028A-4061-8848-196F10E8F978}" type="presParOf" srcId="{A72D9E23-7B6C-497B-B593-65B03C8263BB}" destId="{35EFF3FF-C2DA-4382-B14D-B514DD2E7F95}" srcOrd="5" destOrd="0" presId="urn:microsoft.com/office/officeart/2018/5/layout/IconCircleLabelList"/>
    <dgm:cxn modelId="{B39C19AD-B270-486D-B416-71CAFE01964F}" type="presParOf" srcId="{A72D9E23-7B6C-497B-B593-65B03C8263BB}" destId="{AECE7868-4D19-481D-A96A-E6722076B441}" srcOrd="6" destOrd="0" presId="urn:microsoft.com/office/officeart/2018/5/layout/IconCircleLabelList"/>
    <dgm:cxn modelId="{F7B09957-01F9-4CA1-AF6F-1E2E708A6551}" type="presParOf" srcId="{AECE7868-4D19-481D-A96A-E6722076B441}" destId="{67C6B8DA-C016-4526-9290-51736E37FAF1}" srcOrd="0" destOrd="0" presId="urn:microsoft.com/office/officeart/2018/5/layout/IconCircleLabelList"/>
    <dgm:cxn modelId="{6CF1ED96-A6D0-4963-9BA9-B14ECA0B4C95}" type="presParOf" srcId="{AECE7868-4D19-481D-A96A-E6722076B441}" destId="{633FDF55-64A6-4763-9541-2FE21F5C8F94}" srcOrd="1" destOrd="0" presId="urn:microsoft.com/office/officeart/2018/5/layout/IconCircleLabelList"/>
    <dgm:cxn modelId="{6A60A198-ACF8-47DA-AD52-9B0C1691BE56}" type="presParOf" srcId="{AECE7868-4D19-481D-A96A-E6722076B441}" destId="{4F868AF4-17DE-4851-939D-61D648548888}" srcOrd="2" destOrd="0" presId="urn:microsoft.com/office/officeart/2018/5/layout/IconCircleLabelList"/>
    <dgm:cxn modelId="{D0CA7E80-F529-408D-AF61-72E7380A0D5E}" type="presParOf" srcId="{AECE7868-4D19-481D-A96A-E6722076B441}" destId="{B49FC330-DB44-4B67-BAF7-10D58069AA7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D1BCBF-5788-4A35-A89A-C373AD2CB1D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212367B-B6BA-4874-826F-875DD769F319}">
      <dgm:prSet/>
      <dgm:spPr/>
      <dgm:t>
        <a:bodyPr/>
        <a:lstStyle/>
        <a:p>
          <a:pPr>
            <a:defRPr cap="all"/>
          </a:pPr>
          <a:r>
            <a:rPr lang="en-GB"/>
            <a:t>Smart waste segregation saves time and improves hygiene</a:t>
          </a:r>
          <a:endParaRPr lang="en-US"/>
        </a:p>
      </dgm:t>
    </dgm:pt>
    <dgm:pt modelId="{5CC4EE27-F832-4953-A16A-15E9EC3788DA}" type="parTrans" cxnId="{C7EE4BE9-D0FB-431C-AE74-5BD35BBDED43}">
      <dgm:prSet/>
      <dgm:spPr/>
      <dgm:t>
        <a:bodyPr/>
        <a:lstStyle/>
        <a:p>
          <a:endParaRPr lang="en-US"/>
        </a:p>
      </dgm:t>
    </dgm:pt>
    <dgm:pt modelId="{7841495D-5AF5-4F8D-961B-9D5E2330DAD4}" type="sibTrans" cxnId="{C7EE4BE9-D0FB-431C-AE74-5BD35BBDED43}">
      <dgm:prSet/>
      <dgm:spPr/>
      <dgm:t>
        <a:bodyPr/>
        <a:lstStyle/>
        <a:p>
          <a:endParaRPr lang="en-US"/>
        </a:p>
      </dgm:t>
    </dgm:pt>
    <dgm:pt modelId="{26798CFF-67E4-4DFF-ABCC-2AAA8B2608A1}">
      <dgm:prSet/>
      <dgm:spPr/>
      <dgm:t>
        <a:bodyPr/>
        <a:lstStyle/>
        <a:p>
          <a:pPr>
            <a:defRPr cap="all"/>
          </a:pPr>
          <a:r>
            <a:rPr lang="en-GB"/>
            <a:t>Added features make it practical, scalable, and innovative</a:t>
          </a:r>
          <a:endParaRPr lang="en-US"/>
        </a:p>
      </dgm:t>
    </dgm:pt>
    <dgm:pt modelId="{E06E3CE7-1EAA-4A83-8A75-C6B1700F8C51}" type="parTrans" cxnId="{BF6F5209-C384-41B8-AAAB-A72FEF953EB2}">
      <dgm:prSet/>
      <dgm:spPr/>
      <dgm:t>
        <a:bodyPr/>
        <a:lstStyle/>
        <a:p>
          <a:endParaRPr lang="en-US"/>
        </a:p>
      </dgm:t>
    </dgm:pt>
    <dgm:pt modelId="{25D7A614-DF3D-438D-B908-529AE2BDF61A}" type="sibTrans" cxnId="{BF6F5209-C384-41B8-AAAB-A72FEF953EB2}">
      <dgm:prSet/>
      <dgm:spPr/>
      <dgm:t>
        <a:bodyPr/>
        <a:lstStyle/>
        <a:p>
          <a:endParaRPr lang="en-US"/>
        </a:p>
      </dgm:t>
    </dgm:pt>
    <dgm:pt modelId="{6E46AF21-0CE6-41F0-AED2-46DB3D6F08EB}">
      <dgm:prSet/>
      <dgm:spPr/>
      <dgm:t>
        <a:bodyPr/>
        <a:lstStyle/>
        <a:p>
          <a:pPr>
            <a:defRPr cap="all"/>
          </a:pPr>
          <a:r>
            <a:rPr lang="en-GB"/>
            <a:t>Suitable for homes, institutions, and public areas</a:t>
          </a:r>
          <a:endParaRPr lang="en-US"/>
        </a:p>
      </dgm:t>
    </dgm:pt>
    <dgm:pt modelId="{887F3FE8-3865-4F42-8431-0F35E180C0FC}" type="parTrans" cxnId="{AEDA02D4-00B9-4387-8469-1BFF471EE8AA}">
      <dgm:prSet/>
      <dgm:spPr/>
      <dgm:t>
        <a:bodyPr/>
        <a:lstStyle/>
        <a:p>
          <a:endParaRPr lang="en-US"/>
        </a:p>
      </dgm:t>
    </dgm:pt>
    <dgm:pt modelId="{F9FEA1C4-101A-4B7D-9794-2F479A5A4FBB}" type="sibTrans" cxnId="{AEDA02D4-00B9-4387-8469-1BFF471EE8AA}">
      <dgm:prSet/>
      <dgm:spPr/>
      <dgm:t>
        <a:bodyPr/>
        <a:lstStyle/>
        <a:p>
          <a:endParaRPr lang="en-US"/>
        </a:p>
      </dgm:t>
    </dgm:pt>
    <dgm:pt modelId="{C1D2D34C-9901-4908-86E8-F8BB4EECFBBE}" type="pres">
      <dgm:prSet presAssocID="{18D1BCBF-5788-4A35-A89A-C373AD2CB1DC}" presName="root" presStyleCnt="0">
        <dgm:presLayoutVars>
          <dgm:dir/>
          <dgm:resizeHandles val="exact"/>
        </dgm:presLayoutVars>
      </dgm:prSet>
      <dgm:spPr/>
    </dgm:pt>
    <dgm:pt modelId="{D5E4F5E9-DEB6-4B73-898B-AFCCF9E1B7BC}" type="pres">
      <dgm:prSet presAssocID="{A212367B-B6BA-4874-826F-875DD769F319}" presName="compNode" presStyleCnt="0"/>
      <dgm:spPr/>
    </dgm:pt>
    <dgm:pt modelId="{1A3C93ED-DEE1-488D-82E5-F370A0063090}" type="pres">
      <dgm:prSet presAssocID="{A212367B-B6BA-4874-826F-875DD769F31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B81A172-396C-4C67-92D9-FD0AB0E15ACB}" type="pres">
      <dgm:prSet presAssocID="{A212367B-B6BA-4874-826F-875DD769F3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C0611385-F561-4AA5-A5F0-A2BF1ADC2F73}" type="pres">
      <dgm:prSet presAssocID="{A212367B-B6BA-4874-826F-875DD769F319}" presName="spaceRect" presStyleCnt="0"/>
      <dgm:spPr/>
    </dgm:pt>
    <dgm:pt modelId="{1E04F0D3-0C69-487B-8EFF-BA25EE74CEE6}" type="pres">
      <dgm:prSet presAssocID="{A212367B-B6BA-4874-826F-875DD769F319}" presName="textRect" presStyleLbl="revTx" presStyleIdx="0" presStyleCnt="3">
        <dgm:presLayoutVars>
          <dgm:chMax val="1"/>
          <dgm:chPref val="1"/>
        </dgm:presLayoutVars>
      </dgm:prSet>
      <dgm:spPr/>
    </dgm:pt>
    <dgm:pt modelId="{95B3E931-C90A-42B0-A53B-73E35213115C}" type="pres">
      <dgm:prSet presAssocID="{7841495D-5AF5-4F8D-961B-9D5E2330DAD4}" presName="sibTrans" presStyleCnt="0"/>
      <dgm:spPr/>
    </dgm:pt>
    <dgm:pt modelId="{6B6CBEB5-45F4-4588-99A8-A2C2B9F1ACB2}" type="pres">
      <dgm:prSet presAssocID="{26798CFF-67E4-4DFF-ABCC-2AAA8B2608A1}" presName="compNode" presStyleCnt="0"/>
      <dgm:spPr/>
    </dgm:pt>
    <dgm:pt modelId="{EF6061A3-543C-451D-A615-602DEB8337A0}" type="pres">
      <dgm:prSet presAssocID="{26798CFF-67E4-4DFF-ABCC-2AAA8B2608A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177D282-5B18-4A26-9D08-BDEA63AE7853}" type="pres">
      <dgm:prSet presAssocID="{26798CFF-67E4-4DFF-ABCC-2AAA8B2608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601DB6A-5844-47CE-ADFA-0615CC78CAA2}" type="pres">
      <dgm:prSet presAssocID="{26798CFF-67E4-4DFF-ABCC-2AAA8B2608A1}" presName="spaceRect" presStyleCnt="0"/>
      <dgm:spPr/>
    </dgm:pt>
    <dgm:pt modelId="{E54A1529-E645-41AF-8405-F96B15556A6C}" type="pres">
      <dgm:prSet presAssocID="{26798CFF-67E4-4DFF-ABCC-2AAA8B2608A1}" presName="textRect" presStyleLbl="revTx" presStyleIdx="1" presStyleCnt="3">
        <dgm:presLayoutVars>
          <dgm:chMax val="1"/>
          <dgm:chPref val="1"/>
        </dgm:presLayoutVars>
      </dgm:prSet>
      <dgm:spPr/>
    </dgm:pt>
    <dgm:pt modelId="{ACFD3B4A-144F-4A6F-B11E-5F84583AAACC}" type="pres">
      <dgm:prSet presAssocID="{25D7A614-DF3D-438D-B908-529AE2BDF61A}" presName="sibTrans" presStyleCnt="0"/>
      <dgm:spPr/>
    </dgm:pt>
    <dgm:pt modelId="{3D67372D-7C88-4653-925C-CA5E58421667}" type="pres">
      <dgm:prSet presAssocID="{6E46AF21-0CE6-41F0-AED2-46DB3D6F08EB}" presName="compNode" presStyleCnt="0"/>
      <dgm:spPr/>
    </dgm:pt>
    <dgm:pt modelId="{CA311E2E-FF26-4213-8E63-FC0B97AF9327}" type="pres">
      <dgm:prSet presAssocID="{6E46AF21-0CE6-41F0-AED2-46DB3D6F08E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79BC1C0-460D-4A13-94F7-5FE3F1180FA1}" type="pres">
      <dgm:prSet presAssocID="{6E46AF21-0CE6-41F0-AED2-46DB3D6F08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27B5391F-964F-4155-AB37-ADCCCB16B13A}" type="pres">
      <dgm:prSet presAssocID="{6E46AF21-0CE6-41F0-AED2-46DB3D6F08EB}" presName="spaceRect" presStyleCnt="0"/>
      <dgm:spPr/>
    </dgm:pt>
    <dgm:pt modelId="{32B5E61E-3D30-4267-9CF6-40C81DAF6FA4}" type="pres">
      <dgm:prSet presAssocID="{6E46AF21-0CE6-41F0-AED2-46DB3D6F08E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6F5209-C384-41B8-AAAB-A72FEF953EB2}" srcId="{18D1BCBF-5788-4A35-A89A-C373AD2CB1DC}" destId="{26798CFF-67E4-4DFF-ABCC-2AAA8B2608A1}" srcOrd="1" destOrd="0" parTransId="{E06E3CE7-1EAA-4A83-8A75-C6B1700F8C51}" sibTransId="{25D7A614-DF3D-438D-B908-529AE2BDF61A}"/>
    <dgm:cxn modelId="{45366E0B-2D92-4826-8708-EDF1AE42422F}" type="presOf" srcId="{26798CFF-67E4-4DFF-ABCC-2AAA8B2608A1}" destId="{E54A1529-E645-41AF-8405-F96B15556A6C}" srcOrd="0" destOrd="0" presId="urn:microsoft.com/office/officeart/2018/5/layout/IconLeafLabelList"/>
    <dgm:cxn modelId="{0D329C26-93D0-4623-9109-A3913ABC3CC5}" type="presOf" srcId="{18D1BCBF-5788-4A35-A89A-C373AD2CB1DC}" destId="{C1D2D34C-9901-4908-86E8-F8BB4EECFBBE}" srcOrd="0" destOrd="0" presId="urn:microsoft.com/office/officeart/2018/5/layout/IconLeafLabelList"/>
    <dgm:cxn modelId="{2530786D-3341-41A9-8DED-F1E652B9729A}" type="presOf" srcId="{A212367B-B6BA-4874-826F-875DD769F319}" destId="{1E04F0D3-0C69-487B-8EFF-BA25EE74CEE6}" srcOrd="0" destOrd="0" presId="urn:microsoft.com/office/officeart/2018/5/layout/IconLeafLabelList"/>
    <dgm:cxn modelId="{861C4688-E158-45AB-9A48-FEE8AE254172}" type="presOf" srcId="{6E46AF21-0CE6-41F0-AED2-46DB3D6F08EB}" destId="{32B5E61E-3D30-4267-9CF6-40C81DAF6FA4}" srcOrd="0" destOrd="0" presId="urn:microsoft.com/office/officeart/2018/5/layout/IconLeafLabelList"/>
    <dgm:cxn modelId="{AEDA02D4-00B9-4387-8469-1BFF471EE8AA}" srcId="{18D1BCBF-5788-4A35-A89A-C373AD2CB1DC}" destId="{6E46AF21-0CE6-41F0-AED2-46DB3D6F08EB}" srcOrd="2" destOrd="0" parTransId="{887F3FE8-3865-4F42-8431-0F35E180C0FC}" sibTransId="{F9FEA1C4-101A-4B7D-9794-2F479A5A4FBB}"/>
    <dgm:cxn modelId="{C7EE4BE9-D0FB-431C-AE74-5BD35BBDED43}" srcId="{18D1BCBF-5788-4A35-A89A-C373AD2CB1DC}" destId="{A212367B-B6BA-4874-826F-875DD769F319}" srcOrd="0" destOrd="0" parTransId="{5CC4EE27-F832-4953-A16A-15E9EC3788DA}" sibTransId="{7841495D-5AF5-4F8D-961B-9D5E2330DAD4}"/>
    <dgm:cxn modelId="{C378DDBD-A8F0-402C-A8B4-C52D8B76C2A3}" type="presParOf" srcId="{C1D2D34C-9901-4908-86E8-F8BB4EECFBBE}" destId="{D5E4F5E9-DEB6-4B73-898B-AFCCF9E1B7BC}" srcOrd="0" destOrd="0" presId="urn:microsoft.com/office/officeart/2018/5/layout/IconLeafLabelList"/>
    <dgm:cxn modelId="{A58747CD-85B7-49E4-8262-09DBD6BB86E9}" type="presParOf" srcId="{D5E4F5E9-DEB6-4B73-898B-AFCCF9E1B7BC}" destId="{1A3C93ED-DEE1-488D-82E5-F370A0063090}" srcOrd="0" destOrd="0" presId="urn:microsoft.com/office/officeart/2018/5/layout/IconLeafLabelList"/>
    <dgm:cxn modelId="{79A5C937-1E28-445A-9490-EC369432C9D1}" type="presParOf" srcId="{D5E4F5E9-DEB6-4B73-898B-AFCCF9E1B7BC}" destId="{2B81A172-396C-4C67-92D9-FD0AB0E15ACB}" srcOrd="1" destOrd="0" presId="urn:microsoft.com/office/officeart/2018/5/layout/IconLeafLabelList"/>
    <dgm:cxn modelId="{21312250-E49A-48FD-A97B-757E5C1EE72E}" type="presParOf" srcId="{D5E4F5E9-DEB6-4B73-898B-AFCCF9E1B7BC}" destId="{C0611385-F561-4AA5-A5F0-A2BF1ADC2F73}" srcOrd="2" destOrd="0" presId="urn:microsoft.com/office/officeart/2018/5/layout/IconLeafLabelList"/>
    <dgm:cxn modelId="{F935E60F-73AB-4117-ACF0-EBD08146AB8D}" type="presParOf" srcId="{D5E4F5E9-DEB6-4B73-898B-AFCCF9E1B7BC}" destId="{1E04F0D3-0C69-487B-8EFF-BA25EE74CEE6}" srcOrd="3" destOrd="0" presId="urn:microsoft.com/office/officeart/2018/5/layout/IconLeafLabelList"/>
    <dgm:cxn modelId="{CF08969F-FE51-4203-8990-EAFD1445607A}" type="presParOf" srcId="{C1D2D34C-9901-4908-86E8-F8BB4EECFBBE}" destId="{95B3E931-C90A-42B0-A53B-73E35213115C}" srcOrd="1" destOrd="0" presId="urn:microsoft.com/office/officeart/2018/5/layout/IconLeafLabelList"/>
    <dgm:cxn modelId="{4C984E1C-459A-4EC4-B841-387F7623C00E}" type="presParOf" srcId="{C1D2D34C-9901-4908-86E8-F8BB4EECFBBE}" destId="{6B6CBEB5-45F4-4588-99A8-A2C2B9F1ACB2}" srcOrd="2" destOrd="0" presId="urn:microsoft.com/office/officeart/2018/5/layout/IconLeafLabelList"/>
    <dgm:cxn modelId="{9DEDE587-9D40-44DD-BEDC-425E3CF80858}" type="presParOf" srcId="{6B6CBEB5-45F4-4588-99A8-A2C2B9F1ACB2}" destId="{EF6061A3-543C-451D-A615-602DEB8337A0}" srcOrd="0" destOrd="0" presId="urn:microsoft.com/office/officeart/2018/5/layout/IconLeafLabelList"/>
    <dgm:cxn modelId="{C633357A-4D81-4B2D-A137-F97A735EF4F5}" type="presParOf" srcId="{6B6CBEB5-45F4-4588-99A8-A2C2B9F1ACB2}" destId="{C177D282-5B18-4A26-9D08-BDEA63AE7853}" srcOrd="1" destOrd="0" presId="urn:microsoft.com/office/officeart/2018/5/layout/IconLeafLabelList"/>
    <dgm:cxn modelId="{79FFE912-266C-477E-BDB5-D8C479421BDF}" type="presParOf" srcId="{6B6CBEB5-45F4-4588-99A8-A2C2B9F1ACB2}" destId="{A601DB6A-5844-47CE-ADFA-0615CC78CAA2}" srcOrd="2" destOrd="0" presId="urn:microsoft.com/office/officeart/2018/5/layout/IconLeafLabelList"/>
    <dgm:cxn modelId="{61B962D4-BED1-419D-83E7-6D70A0DFC974}" type="presParOf" srcId="{6B6CBEB5-45F4-4588-99A8-A2C2B9F1ACB2}" destId="{E54A1529-E645-41AF-8405-F96B15556A6C}" srcOrd="3" destOrd="0" presId="urn:microsoft.com/office/officeart/2018/5/layout/IconLeafLabelList"/>
    <dgm:cxn modelId="{1FD04407-5003-4A5F-8E5D-E48B91824D24}" type="presParOf" srcId="{C1D2D34C-9901-4908-86E8-F8BB4EECFBBE}" destId="{ACFD3B4A-144F-4A6F-B11E-5F84583AAACC}" srcOrd="3" destOrd="0" presId="urn:microsoft.com/office/officeart/2018/5/layout/IconLeafLabelList"/>
    <dgm:cxn modelId="{8D0E0BAB-62A3-47EA-9022-E506A6A03EF3}" type="presParOf" srcId="{C1D2D34C-9901-4908-86E8-F8BB4EECFBBE}" destId="{3D67372D-7C88-4653-925C-CA5E58421667}" srcOrd="4" destOrd="0" presId="urn:microsoft.com/office/officeart/2018/5/layout/IconLeafLabelList"/>
    <dgm:cxn modelId="{6B02395B-9BB8-4C86-86A7-E3F05286FD6F}" type="presParOf" srcId="{3D67372D-7C88-4653-925C-CA5E58421667}" destId="{CA311E2E-FF26-4213-8E63-FC0B97AF9327}" srcOrd="0" destOrd="0" presId="urn:microsoft.com/office/officeart/2018/5/layout/IconLeafLabelList"/>
    <dgm:cxn modelId="{6B5416CB-6B13-4E50-BBD3-5AD5AA4B5B9F}" type="presParOf" srcId="{3D67372D-7C88-4653-925C-CA5E58421667}" destId="{479BC1C0-460D-4A13-94F7-5FE3F1180FA1}" srcOrd="1" destOrd="0" presId="urn:microsoft.com/office/officeart/2018/5/layout/IconLeafLabelList"/>
    <dgm:cxn modelId="{29D6F6A7-25E2-47DF-A291-A2BC855263D9}" type="presParOf" srcId="{3D67372D-7C88-4653-925C-CA5E58421667}" destId="{27B5391F-964F-4155-AB37-ADCCCB16B13A}" srcOrd="2" destOrd="0" presId="urn:microsoft.com/office/officeart/2018/5/layout/IconLeafLabelList"/>
    <dgm:cxn modelId="{79E4EFCB-ABF6-4E2C-944C-B6DF51395D82}" type="presParOf" srcId="{3D67372D-7C88-4653-925C-CA5E58421667}" destId="{32B5E61E-3D30-4267-9CF6-40C81DAF6FA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1C46A-070E-4339-B225-852F2B6F4A4C}">
      <dsp:nvSpPr>
        <dsp:cNvPr id="0" name=""/>
        <dsp:cNvSpPr/>
      </dsp:nvSpPr>
      <dsp:spPr>
        <a:xfrm>
          <a:off x="0" y="329192"/>
          <a:ext cx="10515600" cy="176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i="0" kern="1200"/>
            <a:t>Stage 1</a:t>
          </a:r>
          <a:r>
            <a:rPr lang="en-GB" sz="1400" b="0" i="0" kern="1200"/>
            <a:t>: </a:t>
          </a:r>
          <a:r>
            <a:rPr lang="en-GB" sz="1400" b="1" i="0" kern="1200"/>
            <a:t>Organic Detection</a:t>
          </a:r>
          <a:r>
            <a:rPr lang="en-GB" sz="1400" b="0" i="0" kern="1200"/>
            <a:t> (Moisture + Gas Sensors)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i="1" kern="1200"/>
            <a:t>Why first?</a:t>
          </a:r>
          <a:r>
            <a:rPr lang="en-GB" sz="1400" b="0" i="0" kern="1200"/>
            <a:t> Organic waste (e.g., food) can contaminate other waste streams if not separated early.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i="0" kern="1200"/>
            <a:t>Stage 2</a:t>
          </a:r>
          <a:r>
            <a:rPr lang="en-GB" sz="1400" b="0" i="0" kern="1200"/>
            <a:t>: </a:t>
          </a:r>
          <a:r>
            <a:rPr lang="en-GB" sz="1400" b="1" i="0" kern="1200"/>
            <a:t>Metal Detection</a:t>
          </a:r>
          <a:r>
            <a:rPr lang="en-GB" sz="1400" b="0" i="0" kern="1200"/>
            <a:t> (Inductive Proximity + Hall Effect Sensors)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i="1" kern="1200"/>
            <a:t>Why second?</a:t>
          </a:r>
          <a:r>
            <a:rPr lang="en-GB" sz="1400" b="0" i="0" kern="1200"/>
            <a:t> Metals are non-biodegradable and valuable for recycling.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1" i="0" kern="1200"/>
            <a:t>Stage 3</a:t>
          </a:r>
          <a:r>
            <a:rPr lang="en-GB" sz="1400" b="0" i="0" kern="1200"/>
            <a:t>: </a:t>
          </a:r>
          <a:r>
            <a:rPr lang="en-GB" sz="1400" b="1" i="0" kern="1200"/>
            <a:t>Non-Metal Detection</a:t>
          </a:r>
          <a:r>
            <a:rPr lang="en-GB" sz="1400" b="0" i="0" kern="1200"/>
            <a:t> (IR Sensor)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i="1" kern="1200"/>
            <a:t>Why last?</a:t>
          </a:r>
          <a:r>
            <a:rPr lang="en-GB" sz="1400" b="0" i="0" kern="1200"/>
            <a:t> Non-metals (plastic, glass, paper) are classified only after organic/metal removal.</a:t>
          </a:r>
          <a:endParaRPr lang="en-US" sz="1400" kern="1200"/>
        </a:p>
      </dsp:txBody>
      <dsp:txXfrm>
        <a:off x="0" y="329192"/>
        <a:ext cx="10515600" cy="1764000"/>
      </dsp:txXfrm>
    </dsp:sp>
    <dsp:sp modelId="{F29AF707-3EFF-4558-BA92-543B17795E69}">
      <dsp:nvSpPr>
        <dsp:cNvPr id="0" name=""/>
        <dsp:cNvSpPr/>
      </dsp:nvSpPr>
      <dsp:spPr>
        <a:xfrm>
          <a:off x="525780" y="122552"/>
          <a:ext cx="7360920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u="sng" kern="1200"/>
            <a:t>Order of Sensors on the Conveyor Belt</a:t>
          </a:r>
          <a:r>
            <a:rPr lang="en-GB" sz="1400" b="0" i="0" u="sng" kern="1200"/>
            <a:t>:</a:t>
          </a:r>
          <a:endParaRPr lang="en-US" sz="1400" kern="1200"/>
        </a:p>
      </dsp:txBody>
      <dsp:txXfrm>
        <a:off x="545955" y="142727"/>
        <a:ext cx="7320570" cy="372930"/>
      </dsp:txXfrm>
    </dsp:sp>
    <dsp:sp modelId="{55CF253E-CDA1-4C13-A377-8FE7BAE17988}">
      <dsp:nvSpPr>
        <dsp:cNvPr id="0" name=""/>
        <dsp:cNvSpPr/>
      </dsp:nvSpPr>
      <dsp:spPr>
        <a:xfrm>
          <a:off x="0" y="2375433"/>
          <a:ext cx="1051560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291592" rIns="81612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i="0" kern="1200"/>
            <a:t>Moisture sensors are placed </a:t>
          </a:r>
          <a:r>
            <a:rPr lang="en-GB" sz="1400" b="1" i="0" kern="1200"/>
            <a:t>under the conveyor</a:t>
          </a:r>
          <a:r>
            <a:rPr lang="en-GB" sz="1400" b="0" i="0" kern="1200"/>
            <a:t> to directly contact waste. 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b="0" i="0" kern="1200"/>
            <a:t>Hall effect sensors are positioned </a:t>
          </a:r>
          <a:r>
            <a:rPr lang="en-GB" sz="1400" b="1" i="0" kern="1200"/>
            <a:t>immediately after inductive sensors</a:t>
          </a:r>
          <a:r>
            <a:rPr lang="en-GB" sz="1400" b="0" i="0" kern="1200"/>
            <a:t> for sequential metal classification.</a:t>
          </a:r>
          <a:endParaRPr lang="en-US" sz="1400" kern="1200"/>
        </a:p>
      </dsp:txBody>
      <dsp:txXfrm>
        <a:off x="0" y="2375433"/>
        <a:ext cx="10515600" cy="815850"/>
      </dsp:txXfrm>
    </dsp:sp>
    <dsp:sp modelId="{3DEBEDCB-2058-40B0-B1D8-93BFE2E2F404}">
      <dsp:nvSpPr>
        <dsp:cNvPr id="0" name=""/>
        <dsp:cNvSpPr/>
      </dsp:nvSpPr>
      <dsp:spPr>
        <a:xfrm>
          <a:off x="525780" y="2168793"/>
          <a:ext cx="7360920" cy="4132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u="sng" kern="1200"/>
            <a:t>Avoiding Sensor Interference</a:t>
          </a:r>
          <a:r>
            <a:rPr lang="en-GB" sz="1400" b="0" i="0" u="sng" kern="1200"/>
            <a:t>:</a:t>
          </a:r>
          <a:endParaRPr lang="en-US" sz="1400" kern="1200"/>
        </a:p>
      </dsp:txBody>
      <dsp:txXfrm>
        <a:off x="545955" y="2188968"/>
        <a:ext cx="7320570" cy="372930"/>
      </dsp:txXfrm>
    </dsp:sp>
    <dsp:sp modelId="{86D8D57A-8CCF-4ADD-933F-A6FE20469498}">
      <dsp:nvSpPr>
        <dsp:cNvPr id="0" name=""/>
        <dsp:cNvSpPr/>
      </dsp:nvSpPr>
      <dsp:spPr>
        <a:xfrm>
          <a:off x="0" y="3473523"/>
          <a:ext cx="10515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8634A-9DC2-44B0-A725-CEDA04A19DE1}">
      <dsp:nvSpPr>
        <dsp:cNvPr id="0" name=""/>
        <dsp:cNvSpPr/>
      </dsp:nvSpPr>
      <dsp:spPr>
        <a:xfrm>
          <a:off x="525780" y="3266882"/>
          <a:ext cx="7360920" cy="4132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/>
            <a:t>Moisture Sensor → 2. MQ-135 → 3. Inductive Proximity → 4. Hall Effect → 5. IR Sensor.</a:t>
          </a:r>
          <a:endParaRPr lang="en-US" sz="1400" kern="1200"/>
        </a:p>
      </dsp:txBody>
      <dsp:txXfrm>
        <a:off x="545955" y="3287057"/>
        <a:ext cx="7320570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C8DCB-FC0F-4A76-BEBB-F2A96164F325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F10FD-E9C0-4519-A69F-A56C26BE62BB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A9C39-5923-4F18-B462-D6988A76CD2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Mobile app for real-time monitoring</a:t>
          </a:r>
          <a:endParaRPr lang="en-US" sz="1500" kern="1200"/>
        </a:p>
      </dsp:txBody>
      <dsp:txXfrm>
        <a:off x="100682" y="2684598"/>
        <a:ext cx="2370489" cy="720000"/>
      </dsp:txXfrm>
    </dsp:sp>
    <dsp:sp modelId="{32E7A852-F14F-434C-AC2B-44D9B7B69249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E84D0-311D-4CF2-AC3F-12478F00A4BE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B04F5-C7A6-4CBE-B4DA-5BA8C4A0971C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Solar-powered system for off-grid use</a:t>
          </a:r>
          <a:endParaRPr lang="en-US" sz="1500" kern="1200"/>
        </a:p>
      </dsp:txBody>
      <dsp:txXfrm>
        <a:off x="2886007" y="2684598"/>
        <a:ext cx="2370489" cy="720000"/>
      </dsp:txXfrm>
    </dsp:sp>
    <dsp:sp modelId="{59AD7B8D-9246-4A1C-8012-9FC4645B3CAD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261FA-F658-4685-BB47-3CC774A087CA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8E721-945E-4F5A-8043-621F7C35555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Advanced AI-based image classification for object detection</a:t>
          </a:r>
          <a:endParaRPr lang="en-US" sz="1500" kern="1200"/>
        </a:p>
      </dsp:txBody>
      <dsp:txXfrm>
        <a:off x="5671332" y="2684598"/>
        <a:ext cx="2370489" cy="720000"/>
      </dsp:txXfrm>
    </dsp:sp>
    <dsp:sp modelId="{67C6B8DA-C016-4526-9290-51736E37FAF1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FDF55-64A6-4763-9541-2FE21F5C8F94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FC330-DB44-4B67-BAF7-10D58069AA7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Integration with municipal waste management systems</a:t>
          </a:r>
          <a:endParaRPr lang="en-US" sz="1500" kern="1200"/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C93ED-DEE1-488D-82E5-F370A0063090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1A172-396C-4C67-92D9-FD0AB0E15ACB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4F0D3-0C69-487B-8EFF-BA25EE74CEE6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Smart waste segregation saves time and improves hygiene</a:t>
          </a:r>
          <a:endParaRPr lang="en-US" sz="1700" kern="1200"/>
        </a:p>
      </dsp:txBody>
      <dsp:txXfrm>
        <a:off x="93445" y="3018902"/>
        <a:ext cx="3206250" cy="720000"/>
      </dsp:txXfrm>
    </dsp:sp>
    <dsp:sp modelId="{EF6061A3-543C-451D-A615-602DEB8337A0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7D282-5B18-4A26-9D08-BDEA63AE7853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A1529-E645-41AF-8405-F96B15556A6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Added features make it practical, scalable, and innovative</a:t>
          </a:r>
          <a:endParaRPr lang="en-US" sz="1700" kern="1200"/>
        </a:p>
      </dsp:txBody>
      <dsp:txXfrm>
        <a:off x="3860789" y="3018902"/>
        <a:ext cx="3206250" cy="720000"/>
      </dsp:txXfrm>
    </dsp:sp>
    <dsp:sp modelId="{CA311E2E-FF26-4213-8E63-FC0B97AF9327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BC1C0-460D-4A13-94F7-5FE3F1180FA1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5E61E-3D30-4267-9CF6-40C81DAF6FA4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Suitable for homes, institutions, and public areas</a:t>
          </a:r>
          <a:endParaRPr lang="en-US" sz="1700" kern="120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487B8-BDB5-4F0D-A3E6-B227E261DA71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C81AF-B31C-440D-AA79-0A28282B6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715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47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4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61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716A-CF2F-FB75-F6D3-5A624DDA0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72258-93FE-25BA-DAAC-55B96A6F5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A42D-585C-3FA6-AA1B-8C757C29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07D2D-B179-564A-6AFA-4D962F53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F3DD4-99E9-9AEB-F4CE-73F1380C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50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2F65-15D4-54FF-85EE-97CFAB77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6DEA4-D32C-244A-5CAB-A57815F96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41ABB-9D3D-5E05-8779-87617B71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6064B-064B-1DE4-6268-12D0F851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D2BC6-B1F6-FF17-3B48-D0A83D7E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8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02DA-8202-51DA-E39B-D68E41AE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8CF76-E3F7-8481-C03A-7F4E60454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65B8D-6428-1DD6-8B59-D5B073F6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1BF2A-571C-79A7-D974-56EDD57F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E4A30-62A9-9BB1-787E-2D3F309B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42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64C7-A4E3-5D52-2F52-1D5C08D7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09A3F-5D39-300F-A29E-9AC96702E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12F5B-0AC1-6841-E77D-D4BAB1A17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A1A41-132F-8243-BA5B-F81CED44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B9FA3-EE82-E0B7-92B8-22A6541D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3D336-AC32-601C-B5BF-C26D3C10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603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D0B1-63E2-0FA1-38B2-986FDD8D5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B77DE-4309-A4BD-1F20-960E71FD5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02698-4259-CD4C-DFD8-965815445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956C9-7AC3-58BF-A150-109E4DFDD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4702-1833-8C5C-D0E0-C4A1BF242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25C85-EDB8-DD3D-268E-D66D34F7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23C6F-DBA4-6AAB-2EF5-3B0916FB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16249-ADA9-35A0-B138-7CAA0EBB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79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9A65-00FF-1136-F8DE-32B13602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7D0F6-01F6-8905-7AC8-A7B5046D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50938-95A9-BA0A-5259-41E22312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C3DA3-748C-840B-F5DA-57B2D93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12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DEB97-F47E-F9C3-8D06-61A56C9F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D57BE-2089-9948-0379-2D8B946F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C2584-7ABB-3A22-CDB7-DDCC4E9E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53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40A9-072F-190D-4719-A8A8ECAA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FB228-0EE2-5161-ACEE-196D00B65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ECDCE-DE58-F7BA-74DD-5D8A405F1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B3711-8E35-CC8B-8768-1C1778CC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2A218-956F-20E3-77EB-79C3F7AEC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7B514-D774-ABA7-3C29-A562A1F7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07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1183-C201-5B24-C4CB-6ADB0270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D40A5-E00F-5E79-34B6-6DEB059F7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526CA-1FE9-ED36-08FD-D538EF9E0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01CCE-EC4E-6469-D956-4E4309D0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997E6-0C42-55DE-685C-6FE0A3F1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7D6E1-90B6-F100-0782-113E18DF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92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01B5-897F-DD79-EF92-66CE93DD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6A35C-3ED2-7206-C0E3-9A123E90D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D0F24-EDB3-8C4D-4B56-40A2655D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9D12F-D922-A2BA-9BB0-C2DFFBBA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E924-7CA6-40AD-AF1E-68F29E29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24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CB64B-44AB-1F29-01B1-ACFD5F3FA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6DDE7-BDDE-64D9-2699-D4467247B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DE73-9F75-8BBB-EDEA-ADD3D449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0548E-E433-8B84-95F4-90A75516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1B841-59AD-3D59-3570-8825342B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063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1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55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0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D0E4D7-EA3A-66C7-1D6D-315F11CE6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11A5-F25F-24F5-B685-5D8C294E7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3845-E1E4-7075-69CF-36AEE1172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BC032-C62D-46A2-94F4-0A52C8987A50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55E1-8ECE-3362-8F87-597B0FF24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90FEA-06FC-0712-084A-98BE9CE85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86585-EB84-4196-BFB9-94CCA4509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2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DBC15-F3E9-9C66-F7BA-088227D87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4894428" cy="3570162"/>
          </a:xfrm>
        </p:spPr>
        <p:txBody>
          <a:bodyPr anchor="b">
            <a:normAutofit/>
          </a:bodyPr>
          <a:lstStyle/>
          <a:p>
            <a:pPr algn="l"/>
            <a:r>
              <a:rPr lang="en-GB" sz="5400" b="1">
                <a:solidFill>
                  <a:schemeClr val="bg1"/>
                </a:solidFill>
              </a:rPr>
              <a:t>Smart Waste Segregation Management</a:t>
            </a:r>
            <a:endParaRPr lang="en-GB" sz="54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82751-458A-E3AA-B506-3AAA78848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119" y="4547167"/>
            <a:ext cx="4894428" cy="1288482"/>
          </a:xfrm>
        </p:spPr>
        <p:txBody>
          <a:bodyPr>
            <a:normAutofit/>
          </a:bodyPr>
          <a:lstStyle/>
          <a:p>
            <a:pPr algn="l"/>
            <a:r>
              <a:rPr lang="en-GB" sz="1300" dirty="0">
                <a:solidFill>
                  <a:schemeClr val="bg1"/>
                </a:solidFill>
              </a:rPr>
              <a:t>By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bg1"/>
                </a:solidFill>
              </a:rPr>
              <a:t>Saad Mohammad Shibli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bg1"/>
                </a:solidFill>
              </a:rPr>
              <a:t>Anurag Kumar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bg1"/>
                </a:solidFill>
              </a:rPr>
              <a:t>Mihir Kumar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bg1"/>
                </a:solidFill>
              </a:rPr>
              <a:t>Sudhanshu Ranjan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Throwing empty plastic bottle into the trash">
            <a:extLst>
              <a:ext uri="{FF2B5EF4-FFF2-40B4-BE49-F238E27FC236}">
                <a16:creationId xmlns:a16="http://schemas.microsoft.com/office/drawing/2014/main" id="{F3D9A532-1FD1-379D-1A81-D75FED09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0" r="32239" b="-1"/>
          <a:stretch/>
        </p:blipFill>
        <p:spPr>
          <a:xfrm>
            <a:off x="7207060" y="1126418"/>
            <a:ext cx="3120293" cy="4594684"/>
          </a:xfrm>
          <a:prstGeom prst="rect">
            <a:avLst/>
          </a:prstGeom>
          <a:ln w="28575">
            <a:noFill/>
          </a:ln>
        </p:spPr>
      </p:pic>
      <p:sp>
        <p:nvSpPr>
          <p:cNvPr id="31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2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4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09492" y="860921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Objectives</a:t>
            </a:r>
            <a:endParaRPr lang="en-US" sz="3708" b="1" dirty="0"/>
          </a:p>
        </p:txBody>
      </p:sp>
      <p:sp>
        <p:nvSpPr>
          <p:cNvPr id="4" name="Shape 1"/>
          <p:cNvSpPr/>
          <p:nvPr/>
        </p:nvSpPr>
        <p:spPr>
          <a:xfrm>
            <a:off x="3709492" y="1947664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384" y="1983086"/>
            <a:ext cx="283468" cy="3544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3755" y="1947664"/>
            <a:ext cx="327491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Automate waste segregation</a:t>
            </a:r>
            <a:endParaRPr lang="en-US" sz="1833" dirty="0"/>
          </a:p>
        </p:txBody>
      </p:sp>
      <p:sp>
        <p:nvSpPr>
          <p:cNvPr id="7" name="Text 3"/>
          <p:cNvSpPr/>
          <p:nvPr/>
        </p:nvSpPr>
        <p:spPr>
          <a:xfrm>
            <a:off x="4323756" y="2356346"/>
            <a:ext cx="7206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sensors to streamline the segregation process.</a:t>
            </a:r>
            <a:endParaRPr lang="en-US" sz="1458" dirty="0"/>
          </a:p>
        </p:txBody>
      </p:sp>
      <p:sp>
        <p:nvSpPr>
          <p:cNvPr id="8" name="Shape 4"/>
          <p:cNvSpPr/>
          <p:nvPr/>
        </p:nvSpPr>
        <p:spPr>
          <a:xfrm>
            <a:off x="3709492" y="3060402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384" y="3095824"/>
            <a:ext cx="283468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23756" y="3060403"/>
            <a:ext cx="24074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Detect organic waste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4323756" y="3469085"/>
            <a:ext cx="7206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organic waste based on moisture content.</a:t>
            </a:r>
            <a:endParaRPr lang="en-US" sz="1458" dirty="0"/>
          </a:p>
        </p:txBody>
      </p:sp>
      <p:sp>
        <p:nvSpPr>
          <p:cNvPr id="12" name="Shape 7"/>
          <p:cNvSpPr/>
          <p:nvPr/>
        </p:nvSpPr>
        <p:spPr>
          <a:xfrm>
            <a:off x="3709492" y="4173141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0384" y="4208562"/>
            <a:ext cx="283468" cy="3544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23755" y="4173141"/>
            <a:ext cx="238105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Monitor bin fill level</a:t>
            </a:r>
            <a:endParaRPr lang="en-US" sz="1833" dirty="0"/>
          </a:p>
        </p:txBody>
      </p:sp>
      <p:sp>
        <p:nvSpPr>
          <p:cNvPr id="15" name="Text 9"/>
          <p:cNvSpPr/>
          <p:nvPr/>
        </p:nvSpPr>
        <p:spPr>
          <a:xfrm>
            <a:off x="4323756" y="4581823"/>
            <a:ext cx="7206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Send alerts to prevent overflow.</a:t>
            </a:r>
            <a:endParaRPr lang="en-US" sz="1458" dirty="0"/>
          </a:p>
        </p:txBody>
      </p:sp>
      <p:sp>
        <p:nvSpPr>
          <p:cNvPr id="16" name="Shape 10"/>
          <p:cNvSpPr/>
          <p:nvPr/>
        </p:nvSpPr>
        <p:spPr>
          <a:xfrm>
            <a:off x="3709492" y="5285879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0384" y="5321301"/>
            <a:ext cx="283468" cy="35440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23755" y="5285879"/>
            <a:ext cx="38325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 future-ready features</a:t>
            </a:r>
            <a:endParaRPr lang="en-US" sz="1833" dirty="0"/>
          </a:p>
        </p:txBody>
      </p:sp>
      <p:sp>
        <p:nvSpPr>
          <p:cNvPr id="19" name="Text 12"/>
          <p:cNvSpPr/>
          <p:nvPr/>
        </p:nvSpPr>
        <p:spPr>
          <a:xfrm>
            <a:off x="4323756" y="5694561"/>
            <a:ext cx="72067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Incorporate odor detection for decaying waste.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34132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E61E8-0A11-D05C-4658-E66A4A3C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Problem Statement</a:t>
            </a:r>
            <a:endParaRPr lang="en-GB" sz="5400"/>
          </a:p>
        </p:txBody>
      </p:sp>
      <p:pic>
        <p:nvPicPr>
          <p:cNvPr id="5" name="Picture 4" descr="Throwing empty plastic bottle into the trash">
            <a:extLst>
              <a:ext uri="{FF2B5EF4-FFF2-40B4-BE49-F238E27FC236}">
                <a16:creationId xmlns:a16="http://schemas.microsoft.com/office/drawing/2014/main" id="{D7B1C9E1-15D3-6494-F088-4A23395B5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10" r="30258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84599-BCC1-8F6C-09E7-6C9E76002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GB" sz="1600" b="1" dirty="0"/>
              <a:t>Key Issues:</a:t>
            </a:r>
          </a:p>
          <a:p>
            <a:pPr marL="514350" indent="-514350"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GB" sz="1600" dirty="0"/>
              <a:t>Manual waste sorting is time-consuming and error-prone.</a:t>
            </a:r>
          </a:p>
          <a:p>
            <a:pPr marL="514350" indent="-514350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en-GB" sz="1600" dirty="0"/>
              <a:t>Mixed waste contaminates recycling streams (e.g., organic waste in metal bins).</a:t>
            </a:r>
          </a:p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GB" sz="1600" b="1" dirty="0"/>
              <a:t>Goal</a:t>
            </a:r>
            <a:r>
              <a:rPr lang="en-GB" sz="1600" dirty="0"/>
              <a:t>: Build an automated system to segregate waste into:</a:t>
            </a:r>
          </a:p>
          <a:p>
            <a:pPr lvl="1">
              <a:spcBef>
                <a:spcPts val="1029"/>
              </a:spcBef>
              <a:spcAft>
                <a:spcPts val="1029"/>
              </a:spcAft>
            </a:pPr>
            <a:r>
              <a:rPr lang="en-GB" sz="1600" dirty="0"/>
              <a:t>Organic (food, wet waste)</a:t>
            </a:r>
          </a:p>
          <a:p>
            <a:pPr lvl="1">
              <a:spcBef>
                <a:spcPts val="300"/>
              </a:spcBef>
              <a:spcAft>
                <a:spcPts val="1029"/>
              </a:spcAft>
            </a:pPr>
            <a:r>
              <a:rPr lang="en-GB" sz="1600" dirty="0"/>
              <a:t>Ferrous Metals (iron, steel)</a:t>
            </a:r>
          </a:p>
          <a:p>
            <a:pPr lvl="1">
              <a:spcBef>
                <a:spcPts val="300"/>
              </a:spcBef>
              <a:spcAft>
                <a:spcPts val="1029"/>
              </a:spcAft>
            </a:pPr>
            <a:r>
              <a:rPr lang="en-GB" sz="1600" dirty="0"/>
              <a:t>Non-Ferrous Metals (</a:t>
            </a:r>
            <a:r>
              <a:rPr lang="en-GB" sz="1600" dirty="0" err="1"/>
              <a:t>aluminum</a:t>
            </a:r>
            <a:r>
              <a:rPr lang="en-GB" sz="1600" dirty="0"/>
              <a:t>, copper)</a:t>
            </a:r>
          </a:p>
          <a:p>
            <a:pPr lvl="1">
              <a:spcBef>
                <a:spcPts val="300"/>
              </a:spcBef>
              <a:spcAft>
                <a:spcPts val="1029"/>
              </a:spcAft>
            </a:pPr>
            <a:r>
              <a:rPr lang="en-GB" sz="1600" dirty="0"/>
              <a:t>Non-Organic Non-Metals (plastic, glass)</a:t>
            </a: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1217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611684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Working Principle</a:t>
            </a:r>
            <a:endParaRPr lang="en-US" sz="3708" b="1" dirty="0"/>
          </a:p>
        </p:txBody>
      </p:sp>
      <p:sp>
        <p:nvSpPr>
          <p:cNvPr id="3" name="Shape 1"/>
          <p:cNvSpPr/>
          <p:nvPr/>
        </p:nvSpPr>
        <p:spPr>
          <a:xfrm>
            <a:off x="661492" y="1580357"/>
            <a:ext cx="1811437" cy="139154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434306" y="2109986"/>
            <a:ext cx="26580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8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083" dirty="0"/>
          </a:p>
        </p:txBody>
      </p:sp>
      <p:sp>
        <p:nvSpPr>
          <p:cNvPr id="5" name="Text 3"/>
          <p:cNvSpPr/>
          <p:nvPr/>
        </p:nvSpPr>
        <p:spPr>
          <a:xfrm>
            <a:off x="2661940" y="176936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Detection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2661940" y="2178050"/>
            <a:ext cx="86795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Sensors, including moisture, ultrasonic, and odor sensors, identify waste type based on conductivity, distance, and gas concentration.</a:t>
            </a:r>
            <a:endParaRPr lang="en-US" sz="1458" dirty="0"/>
          </a:p>
        </p:txBody>
      </p:sp>
      <p:sp>
        <p:nvSpPr>
          <p:cNvPr id="7" name="Shape 5"/>
          <p:cNvSpPr/>
          <p:nvPr/>
        </p:nvSpPr>
        <p:spPr>
          <a:xfrm>
            <a:off x="2567384" y="2959199"/>
            <a:ext cx="8868668" cy="1270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1492" y="3066356"/>
            <a:ext cx="3622973" cy="139154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340074" y="3595986"/>
            <a:ext cx="26580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8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083" dirty="0"/>
          </a:p>
        </p:txBody>
      </p:sp>
      <p:sp>
        <p:nvSpPr>
          <p:cNvPr id="10" name="Text 8"/>
          <p:cNvSpPr/>
          <p:nvPr/>
        </p:nvSpPr>
        <p:spPr>
          <a:xfrm>
            <a:off x="4473476" y="325536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Analysis</a:t>
            </a:r>
            <a:endParaRPr lang="en-US" sz="1833" dirty="0"/>
          </a:p>
        </p:txBody>
      </p:sp>
      <p:sp>
        <p:nvSpPr>
          <p:cNvPr id="11" name="Text 9"/>
          <p:cNvSpPr/>
          <p:nvPr/>
        </p:nvSpPr>
        <p:spPr>
          <a:xfrm>
            <a:off x="4473476" y="3664049"/>
            <a:ext cx="686802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Arduino Uno processes sensor data, comparing it against predefined thresholds to determine the appropriate segregation action.</a:t>
            </a:r>
            <a:endParaRPr lang="en-US" sz="1458" dirty="0"/>
          </a:p>
        </p:txBody>
      </p:sp>
      <p:sp>
        <p:nvSpPr>
          <p:cNvPr id="12" name="Shape 10"/>
          <p:cNvSpPr/>
          <p:nvPr/>
        </p:nvSpPr>
        <p:spPr>
          <a:xfrm>
            <a:off x="4378920" y="4445198"/>
            <a:ext cx="7057132" cy="12700"/>
          </a:xfrm>
          <a:prstGeom prst="roundRect">
            <a:avLst>
              <a:gd name="adj" fmla="val 223256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61492" y="4552355"/>
            <a:ext cx="5434508" cy="1693962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45842" y="5233195"/>
            <a:ext cx="26580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83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083" dirty="0"/>
          </a:p>
        </p:txBody>
      </p:sp>
      <p:sp>
        <p:nvSpPr>
          <p:cNvPr id="15" name="Text 13"/>
          <p:cNvSpPr/>
          <p:nvPr/>
        </p:nvSpPr>
        <p:spPr>
          <a:xfrm>
            <a:off x="6285012" y="474136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Segregation</a:t>
            </a:r>
            <a:endParaRPr lang="en-US" sz="1833" dirty="0"/>
          </a:p>
        </p:txBody>
      </p:sp>
      <p:sp>
        <p:nvSpPr>
          <p:cNvPr id="16" name="Text 14"/>
          <p:cNvSpPr/>
          <p:nvPr/>
        </p:nvSpPr>
        <p:spPr>
          <a:xfrm>
            <a:off x="6285012" y="5150048"/>
            <a:ext cx="5056485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Based on the analysis, DC and servo motors activate to sort waste into designated containers, ensuring efficient and automated separation.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377970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D75B0-57C4-6D51-FD4E-158AC8CD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i="0">
                <a:effectLst/>
                <a:latin typeface="DeepSeek-CJK-patch"/>
              </a:rPr>
              <a:t>Sensor Placement Order</a:t>
            </a:r>
            <a:endParaRPr lang="en-GB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F19835-4DC2-45B0-1709-93F1B5EB0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660981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95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F89C4-BBF8-2F4E-F956-1E241CE1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Component Connection and Roles</a:t>
            </a:r>
          </a:p>
        </p:txBody>
      </p:sp>
      <p:graphicFrame>
        <p:nvGraphicFramePr>
          <p:cNvPr id="21" name="Content Placeholder 3">
            <a:extLst>
              <a:ext uri="{FF2B5EF4-FFF2-40B4-BE49-F238E27FC236}">
                <a16:creationId xmlns:a16="http://schemas.microsoft.com/office/drawing/2014/main" id="{A80DBBE7-528D-7C7A-BCE2-5D47FB1C1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303111"/>
              </p:ext>
            </p:extLst>
          </p:nvPr>
        </p:nvGraphicFramePr>
        <p:xfrm>
          <a:off x="1202884" y="1741715"/>
          <a:ext cx="9786232" cy="4578196"/>
        </p:xfrm>
        <a:graphic>
          <a:graphicData uri="http://schemas.openxmlformats.org/drawingml/2006/table">
            <a:tbl>
              <a:tblPr firstRow="1" bandRow="1">
                <a:noFill/>
                <a:tableStyleId>{616DA210-FB5B-4158-B5E0-FEB733F419BA}</a:tableStyleId>
              </a:tblPr>
              <a:tblGrid>
                <a:gridCol w="766754">
                  <a:extLst>
                    <a:ext uri="{9D8B030D-6E8A-4147-A177-3AD203B41FA5}">
                      <a16:colId xmlns:a16="http://schemas.microsoft.com/office/drawing/2014/main" val="1508328705"/>
                    </a:ext>
                  </a:extLst>
                </a:gridCol>
                <a:gridCol w="2100173">
                  <a:extLst>
                    <a:ext uri="{9D8B030D-6E8A-4147-A177-3AD203B41FA5}">
                      <a16:colId xmlns:a16="http://schemas.microsoft.com/office/drawing/2014/main" val="2108982877"/>
                    </a:ext>
                  </a:extLst>
                </a:gridCol>
                <a:gridCol w="2609624">
                  <a:extLst>
                    <a:ext uri="{9D8B030D-6E8A-4147-A177-3AD203B41FA5}">
                      <a16:colId xmlns:a16="http://schemas.microsoft.com/office/drawing/2014/main" val="327131045"/>
                    </a:ext>
                  </a:extLst>
                </a:gridCol>
                <a:gridCol w="2589691">
                  <a:extLst>
                    <a:ext uri="{9D8B030D-6E8A-4147-A177-3AD203B41FA5}">
                      <a16:colId xmlns:a16="http://schemas.microsoft.com/office/drawing/2014/main" val="1731953033"/>
                    </a:ext>
                  </a:extLst>
                </a:gridCol>
                <a:gridCol w="1719990">
                  <a:extLst>
                    <a:ext uri="{9D8B030D-6E8A-4147-A177-3AD203B41FA5}">
                      <a16:colId xmlns:a16="http://schemas.microsoft.com/office/drawing/2014/main" val="3865598328"/>
                    </a:ext>
                  </a:extLst>
                </a:gridCol>
              </a:tblGrid>
              <a:tr h="389924">
                <a:tc>
                  <a:txBody>
                    <a:bodyPr/>
                    <a:lstStyle/>
                    <a:p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S.No</a:t>
                      </a:r>
                    </a:p>
                  </a:txBody>
                  <a:tcPr marL="52441" marR="34175" marT="14983" marB="1123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52441" marR="34175" marT="14983" marB="1123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52441" marR="34175" marT="14983" marB="1123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cap="none" spc="0">
                          <a:solidFill>
                            <a:schemeClr val="tx1"/>
                          </a:solidFill>
                        </a:rPr>
                        <a:t>Arduino Pins</a:t>
                      </a:r>
                    </a:p>
                  </a:txBody>
                  <a:tcPr marL="52441" marR="34175" marT="14983" marB="1123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Power Source</a:t>
                      </a:r>
                    </a:p>
                  </a:txBody>
                  <a:tcPr marL="52441" marR="34175" marT="14983" marB="1123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560019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Arduino Uno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Main controller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–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USB / 9V–12V Battery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40195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Conveyor Belt (DC Motor)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Moves waste across sensors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000" cap="none" spc="0">
                          <a:solidFill>
                            <a:schemeClr val="tx1"/>
                          </a:solidFill>
                        </a:rPr>
                        <a:t>IN1 → D10, IN2 → D11, ENA → D12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9V–12V (via L298N)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50495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L298N Motor Driver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Controls DC motor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 dirty="0">
                          <a:solidFill>
                            <a:schemeClr val="tx1"/>
                          </a:solidFill>
                        </a:rPr>
                        <a:t>IN1, IN2, IN3, IN4, ENA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9V–12V,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3153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Soil Moisture Sensor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Detects moisture (organic waste)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AOUT → A0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67271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MQ-135 Gas Sensor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Detects gas (organic waste)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AOUT → A1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353589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Inductive Proximity Sensor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Detects all metals (ferrous/non-ferrous)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OUT → D3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23466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Hall Effect Sensor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Detects ferrous metals (iron, steel)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OUT → D4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418243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Ultrasonic Sensor (HC-SR04)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Detects bin fill level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Trig → D5, Echo → D6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963420"/>
                  </a:ext>
                </a:extLst>
              </a:tr>
              <a:tr h="498993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Stepper Motor (with ULN2003)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Rotates bins under the sorting flap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IN1 → D7, IN2 → D8, IN3 → D9, IN4 → D13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71275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Servo Motor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Opens bin when full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Signal → D2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VCC → 5V,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566280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Buzzer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Alerts when bin is full or error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+ → D14 (or A2), – →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–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573677"/>
                  </a:ext>
                </a:extLst>
              </a:tr>
              <a:tr h="335389"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52441" marR="34175" marT="14983" marB="11237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cap="none" spc="0">
                          <a:solidFill>
                            <a:schemeClr val="tx1"/>
                          </a:solidFill>
                        </a:rPr>
                        <a:t>Battery (9V/12V)</a:t>
                      </a:r>
                      <a:endParaRPr lang="en-GB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Powers Arduino and motors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>
                          <a:solidFill>
                            <a:schemeClr val="tx1"/>
                          </a:solidFill>
                        </a:rPr>
                        <a:t>+ → Vin, – → GND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cap="none" spc="0" dirty="0">
                          <a:solidFill>
                            <a:schemeClr val="tx1"/>
                          </a:solidFill>
                        </a:rPr>
                        <a:t>Main Power Supply</a:t>
                      </a:r>
                    </a:p>
                  </a:txBody>
                  <a:tcPr marL="52441" marR="34175" marT="14983" marB="11237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610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713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B3A09-30EA-5189-CEE8-B3C5E1C9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74625" cmpd="thinThick">
            <a:solidFill>
              <a:schemeClr val="accent1">
                <a:lumMod val="50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Overview (Block Diagram)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 descr="A diagram of a machine&#10;&#10;AI-generated content may be incorrect.">
            <a:extLst>
              <a:ext uri="{FF2B5EF4-FFF2-40B4-BE49-F238E27FC236}">
                <a16:creationId xmlns:a16="http://schemas.microsoft.com/office/drawing/2014/main" id="{922D2A64-B937-D449-139B-F18EE6252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028244"/>
            <a:ext cx="7188199" cy="47981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28CA94-A29A-D4A5-4E38-70164C0A80DC}"/>
              </a:ext>
            </a:extLst>
          </p:cNvPr>
          <p:cNvSpPr txBox="1"/>
          <p:nvPr/>
        </p:nvSpPr>
        <p:spPr>
          <a:xfrm>
            <a:off x="8896497" y="1530532"/>
            <a:ext cx="161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</a:rPr>
              <a:t>Stepper Motor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51CA06-94B8-2D9D-49BB-BE516849A6E8}"/>
              </a:ext>
            </a:extLst>
          </p:cNvPr>
          <p:cNvCxnSpPr>
            <a:cxnSpLocks/>
          </p:cNvCxnSpPr>
          <p:nvPr/>
        </p:nvCxnSpPr>
        <p:spPr>
          <a:xfrm>
            <a:off x="4038600" y="1393371"/>
            <a:ext cx="0" cy="5064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09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1856" y="760625"/>
            <a:ext cx="6763657" cy="1262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625"/>
              </a:lnSpc>
            </a:pPr>
            <a:r>
              <a:rPr lang="en-US" sz="3708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Benefits of Waste Segregation Management System</a:t>
            </a:r>
            <a:endParaRPr lang="en-US" sz="3708" dirty="0"/>
          </a:p>
        </p:txBody>
      </p:sp>
      <p:sp>
        <p:nvSpPr>
          <p:cNvPr id="4" name="Text 1"/>
          <p:cNvSpPr/>
          <p:nvPr/>
        </p:nvSpPr>
        <p:spPr>
          <a:xfrm>
            <a:off x="5233492" y="3010893"/>
            <a:ext cx="3006725" cy="623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875"/>
              </a:lnSpc>
            </a:pPr>
            <a:r>
              <a:rPr lang="en-US" sz="4875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60%</a:t>
            </a:r>
            <a:endParaRPr lang="en-US" sz="4875" dirty="0"/>
          </a:p>
        </p:txBody>
      </p:sp>
      <p:sp>
        <p:nvSpPr>
          <p:cNvPr id="5" name="Text 2"/>
          <p:cNvSpPr/>
          <p:nvPr/>
        </p:nvSpPr>
        <p:spPr>
          <a:xfrm>
            <a:off x="5233492" y="3870722"/>
            <a:ext cx="300672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Reduction in landfill waste</a:t>
            </a:r>
            <a:endParaRPr lang="en-US" sz="1458" dirty="0"/>
          </a:p>
        </p:txBody>
      </p:sp>
      <p:sp>
        <p:nvSpPr>
          <p:cNvPr id="6" name="Text 3"/>
          <p:cNvSpPr/>
          <p:nvPr/>
        </p:nvSpPr>
        <p:spPr>
          <a:xfrm>
            <a:off x="8523685" y="3010893"/>
            <a:ext cx="3006824" cy="623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875"/>
              </a:lnSpc>
            </a:pPr>
            <a:r>
              <a:rPr lang="en-US" sz="4875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30%</a:t>
            </a:r>
            <a:endParaRPr lang="en-US" sz="4875" dirty="0"/>
          </a:p>
        </p:txBody>
      </p:sp>
      <p:sp>
        <p:nvSpPr>
          <p:cNvPr id="7" name="Text 4"/>
          <p:cNvSpPr/>
          <p:nvPr/>
        </p:nvSpPr>
        <p:spPr>
          <a:xfrm>
            <a:off x="8523685" y="3870722"/>
            <a:ext cx="30068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 in recycling rates</a:t>
            </a:r>
            <a:endParaRPr lang="en-US" sz="1458" dirty="0"/>
          </a:p>
        </p:txBody>
      </p:sp>
      <p:sp>
        <p:nvSpPr>
          <p:cNvPr id="8" name="Text 5"/>
          <p:cNvSpPr/>
          <p:nvPr/>
        </p:nvSpPr>
        <p:spPr>
          <a:xfrm>
            <a:off x="6878539" y="4834632"/>
            <a:ext cx="3006824" cy="623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875"/>
              </a:lnSpc>
            </a:pPr>
            <a:r>
              <a:rPr lang="en-US" sz="4875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20%</a:t>
            </a:r>
            <a:endParaRPr lang="en-US" sz="4875" dirty="0"/>
          </a:p>
        </p:txBody>
      </p:sp>
      <p:sp>
        <p:nvSpPr>
          <p:cNvPr id="9" name="Text 6"/>
          <p:cNvSpPr/>
          <p:nvPr/>
        </p:nvSpPr>
        <p:spPr>
          <a:xfrm>
            <a:off x="6878539" y="5694462"/>
            <a:ext cx="30068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75"/>
              </a:lnSpc>
            </a:pPr>
            <a:r>
              <a:rPr lang="en-US" sz="1458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Lower environmental impact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38134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94707-D856-7964-CAB8-0862FA68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Future Scope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00A3E50-C850-0B41-9FC6-8464D3B625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90660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924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37EDC-F42E-75CD-5650-EF6487AF0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Conclusion</a:t>
            </a:r>
            <a:endParaRPr lang="en-GB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D63255-E9D1-63A3-BF4C-C61B437CB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7812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7304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700</Words>
  <Application>Microsoft Office PowerPoint</Application>
  <PresentationFormat>Widescreen</PresentationFormat>
  <Paragraphs>133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DeepSeek-CJK-patch</vt:lpstr>
      <vt:lpstr>Gelasio</vt:lpstr>
      <vt:lpstr>Gelasio Semi Bold</vt:lpstr>
      <vt:lpstr>Office Theme</vt:lpstr>
      <vt:lpstr>Smart Waste Segregation Management</vt:lpstr>
      <vt:lpstr>PowerPoint Presentation</vt:lpstr>
      <vt:lpstr>Problem Statement</vt:lpstr>
      <vt:lpstr>PowerPoint Presentation</vt:lpstr>
      <vt:lpstr>Sensor Placement Order</vt:lpstr>
      <vt:lpstr>Component Connection and Roles</vt:lpstr>
      <vt:lpstr>System Overview (Block Diagram)</vt:lpstr>
      <vt:lpstr>PowerPoint Presentation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Shibli</dc:creator>
  <cp:lastModifiedBy>Saad Shibli</cp:lastModifiedBy>
  <cp:revision>1</cp:revision>
  <dcterms:created xsi:type="dcterms:W3CDTF">2025-04-15T12:10:10Z</dcterms:created>
  <dcterms:modified xsi:type="dcterms:W3CDTF">2025-04-15T14:56:37Z</dcterms:modified>
</cp:coreProperties>
</file>